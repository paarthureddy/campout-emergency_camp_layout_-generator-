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 id="2147483665" r:id="rId2"/>
    <p:sldMasterId id="2147483677" r:id="rId3"/>
    <p:sldMasterId id="2147483679" r:id="rId4"/>
    <p:sldMasterId id="2147483682" r:id="rId5"/>
  </p:sldMasterIdLst>
  <p:notesMasterIdLst>
    <p:notesMasterId r:id="rId13"/>
  </p:notesMasterIdLst>
  <p:sldIdLst>
    <p:sldId id="257" r:id="rId6"/>
    <p:sldId id="258" r:id="rId7"/>
    <p:sldId id="259" r:id="rId8"/>
    <p:sldId id="260" r:id="rId9"/>
    <p:sldId id="261" r:id="rId10"/>
    <p:sldId id="262" r:id="rId11"/>
    <p:sldId id="263" r:id="rId12"/>
    <p:sldId id="264" r:id="rId18"/>
    <p:sldId id="265" r:id="rId19"/>
  </p:sldIdLst>
  <p:sldSz cx="12192000" cy="6858000"/>
  <p:notesSz cx="6858000" cy="12192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71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8.xml"/><Relationship Id="rId19"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72195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766"/>
        <p:cNvGrpSpPr/>
        <p:nvPr/>
      </p:nvGrpSpPr>
      <p:grpSpPr>
        <a:xfrm>
          <a:off x="0" y="0"/>
          <a:ext cx="0" cy="0"/>
          <a:chOff x="0" y="0"/>
          <a:chExt cx="0" cy="0"/>
        </a:xfrm>
      </p:grpSpPr>
      <p:sp>
        <p:nvSpPr>
          <p:cNvPr id="767" name="Google Shape;767;p3"/>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768" name="Google Shape;768;p3"/>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406400" algn="l" rtl="0">
              <a:lnSpc>
                <a:spcPct val="90000"/>
              </a:lnSpc>
              <a:spcBef>
                <a:spcPts val="1000"/>
              </a:spcBef>
              <a:spcAft>
                <a:spcPts val="0"/>
              </a:spcAft>
              <a:buClr>
                <a:schemeClr val="dk1"/>
              </a:buClr>
              <a:buSzPts val="2800"/>
              <a:buChar char="•"/>
              <a:defRPr>
                <a:latin typeface="Avenir"/>
                <a:ea typeface="Avenir"/>
                <a:cs typeface="Avenir"/>
                <a:sym typeface="Avenir"/>
              </a:defRPr>
            </a:lvl1pPr>
            <a:lvl2pPr marL="914400" lvl="1" indent="-381000" algn="l" rtl="0">
              <a:lnSpc>
                <a:spcPct val="90000"/>
              </a:lnSpc>
              <a:spcBef>
                <a:spcPts val="500"/>
              </a:spcBef>
              <a:spcAft>
                <a:spcPts val="0"/>
              </a:spcAft>
              <a:buClr>
                <a:schemeClr val="dk1"/>
              </a:buClr>
              <a:buSzPts val="2400"/>
              <a:buChar char="•"/>
              <a:defRPr>
                <a:latin typeface="Avenir"/>
                <a:ea typeface="Avenir"/>
                <a:cs typeface="Avenir"/>
                <a:sym typeface="Avenir"/>
              </a:defRPr>
            </a:lvl2pPr>
            <a:lvl3pPr marL="1371600" lvl="2" indent="-355600" algn="l" rtl="0">
              <a:lnSpc>
                <a:spcPct val="90000"/>
              </a:lnSpc>
              <a:spcBef>
                <a:spcPts val="500"/>
              </a:spcBef>
              <a:spcAft>
                <a:spcPts val="0"/>
              </a:spcAft>
              <a:buClr>
                <a:schemeClr val="dk1"/>
              </a:buClr>
              <a:buSzPts val="2000"/>
              <a:buChar char="•"/>
              <a:defRPr>
                <a:latin typeface="Avenir"/>
                <a:ea typeface="Avenir"/>
                <a:cs typeface="Avenir"/>
                <a:sym typeface="Avenir"/>
              </a:defRPr>
            </a:lvl3pPr>
            <a:lvl4pPr marL="1828800" lvl="3" indent="-342900" algn="l" rtl="0">
              <a:lnSpc>
                <a:spcPct val="90000"/>
              </a:lnSpc>
              <a:spcBef>
                <a:spcPts val="500"/>
              </a:spcBef>
              <a:spcAft>
                <a:spcPts val="0"/>
              </a:spcAft>
              <a:buClr>
                <a:schemeClr val="dk1"/>
              </a:buClr>
              <a:buSzPts val="1800"/>
              <a:buChar char="•"/>
              <a:defRPr>
                <a:latin typeface="Avenir"/>
                <a:ea typeface="Avenir"/>
                <a:cs typeface="Avenir"/>
                <a:sym typeface="Avenir"/>
              </a:defRPr>
            </a:lvl4pPr>
            <a:lvl5pPr marL="2286000" lvl="4" indent="-342900" algn="l" rtl="0">
              <a:lnSpc>
                <a:spcPct val="90000"/>
              </a:lnSpc>
              <a:spcBef>
                <a:spcPts val="500"/>
              </a:spcBef>
              <a:spcAft>
                <a:spcPts val="0"/>
              </a:spcAft>
              <a:buClr>
                <a:schemeClr val="dk1"/>
              </a:buClr>
              <a:buSzPts val="1800"/>
              <a:buChar char="•"/>
              <a:defRPr>
                <a:latin typeface="Avenir"/>
                <a:ea typeface="Avenir"/>
                <a:cs typeface="Avenir"/>
                <a:sym typeface="Aveni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769" name="Google Shape;769;p3"/>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70" name="Google Shape;770;p3"/>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71" name="Google Shape;771;p3"/>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176372518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772"/>
        <p:cNvGrpSpPr/>
        <p:nvPr/>
      </p:nvGrpSpPr>
      <p:grpSpPr>
        <a:xfrm>
          <a:off x="0" y="0"/>
          <a:ext cx="0" cy="0"/>
          <a:chOff x="0" y="0"/>
          <a:chExt cx="0" cy="0"/>
        </a:xfrm>
      </p:grpSpPr>
      <p:sp>
        <p:nvSpPr>
          <p:cNvPr id="773" name="Google Shape;773;p4"/>
          <p:cNvSpPr txBox="1">
            <a:spLocks noGrp="1"/>
          </p:cNvSpPr>
          <p:nvPr>
            <p:ph type="title"/>
          </p:nvPr>
        </p:nvSpPr>
        <p:spPr>
          <a:xfrm>
            <a:off x="831851" y="1709740"/>
            <a:ext cx="10515600" cy="28527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6000"/>
              <a:buFont typeface="Poppins"/>
              <a:buNone/>
              <a:defRPr sz="6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774" name="Google Shape;774;p4"/>
          <p:cNvSpPr txBox="1">
            <a:spLocks noGrp="1"/>
          </p:cNvSpPr>
          <p:nvPr>
            <p:ph type="body" idx="1"/>
          </p:nvPr>
        </p:nvSpPr>
        <p:spPr>
          <a:xfrm>
            <a:off x="831851" y="4589465"/>
            <a:ext cx="10515600" cy="15003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rgbClr val="888888"/>
              </a:buClr>
              <a:buSzPts val="2400"/>
              <a:buNone/>
              <a:defRPr sz="2400">
                <a:solidFill>
                  <a:srgbClr val="888888"/>
                </a:solidFill>
              </a:defRPr>
            </a:lvl1pPr>
            <a:lvl2pPr marL="914400" lvl="1" indent="-228600" algn="l" rtl="0">
              <a:lnSpc>
                <a:spcPct val="90000"/>
              </a:lnSpc>
              <a:spcBef>
                <a:spcPts val="500"/>
              </a:spcBef>
              <a:spcAft>
                <a:spcPts val="0"/>
              </a:spcAft>
              <a:buClr>
                <a:srgbClr val="888888"/>
              </a:buClr>
              <a:buSzPts val="2000"/>
              <a:buNone/>
              <a:defRPr sz="2000">
                <a:solidFill>
                  <a:srgbClr val="888888"/>
                </a:solidFill>
              </a:defRPr>
            </a:lvl2pPr>
            <a:lvl3pPr marL="1371600" lvl="2" indent="-228600" algn="l" rtl="0">
              <a:lnSpc>
                <a:spcPct val="90000"/>
              </a:lnSpc>
              <a:spcBef>
                <a:spcPts val="500"/>
              </a:spcBef>
              <a:spcAft>
                <a:spcPts val="0"/>
              </a:spcAft>
              <a:buClr>
                <a:srgbClr val="888888"/>
              </a:buClr>
              <a:buSzPts val="1800"/>
              <a:buNone/>
              <a:defRPr sz="1800">
                <a:solidFill>
                  <a:srgbClr val="888888"/>
                </a:solidFill>
              </a:defRPr>
            </a:lvl3pPr>
            <a:lvl4pPr marL="1828800" lvl="3" indent="-228600" algn="l" rtl="0">
              <a:lnSpc>
                <a:spcPct val="90000"/>
              </a:lnSpc>
              <a:spcBef>
                <a:spcPts val="500"/>
              </a:spcBef>
              <a:spcAft>
                <a:spcPts val="0"/>
              </a:spcAft>
              <a:buClr>
                <a:srgbClr val="888888"/>
              </a:buClr>
              <a:buSzPts val="1600"/>
              <a:buNone/>
              <a:defRPr sz="1600">
                <a:solidFill>
                  <a:srgbClr val="888888"/>
                </a:solidFill>
              </a:defRPr>
            </a:lvl4pPr>
            <a:lvl5pPr marL="2286000" lvl="4" indent="-228600" algn="l" rtl="0">
              <a:lnSpc>
                <a:spcPct val="90000"/>
              </a:lnSpc>
              <a:spcBef>
                <a:spcPts val="500"/>
              </a:spcBef>
              <a:spcAft>
                <a:spcPts val="0"/>
              </a:spcAft>
              <a:buClr>
                <a:srgbClr val="888888"/>
              </a:buClr>
              <a:buSzPts val="1600"/>
              <a:buNone/>
              <a:defRPr sz="1600">
                <a:solidFill>
                  <a:srgbClr val="888888"/>
                </a:solidFill>
              </a:defRPr>
            </a:lvl5pPr>
            <a:lvl6pPr marL="2743200" lvl="5" indent="-228600" algn="l" rtl="0">
              <a:lnSpc>
                <a:spcPct val="90000"/>
              </a:lnSpc>
              <a:spcBef>
                <a:spcPts val="500"/>
              </a:spcBef>
              <a:spcAft>
                <a:spcPts val="0"/>
              </a:spcAft>
              <a:buClr>
                <a:srgbClr val="888888"/>
              </a:buClr>
              <a:buSzPts val="1600"/>
              <a:buNone/>
              <a:defRPr sz="1600">
                <a:solidFill>
                  <a:srgbClr val="888888"/>
                </a:solidFill>
              </a:defRPr>
            </a:lvl6pPr>
            <a:lvl7pPr marL="3200400" lvl="6" indent="-228600" algn="l" rtl="0">
              <a:lnSpc>
                <a:spcPct val="90000"/>
              </a:lnSpc>
              <a:spcBef>
                <a:spcPts val="500"/>
              </a:spcBef>
              <a:spcAft>
                <a:spcPts val="0"/>
              </a:spcAft>
              <a:buClr>
                <a:srgbClr val="888888"/>
              </a:buClr>
              <a:buSzPts val="1600"/>
              <a:buNone/>
              <a:defRPr sz="1600">
                <a:solidFill>
                  <a:srgbClr val="888888"/>
                </a:solidFill>
              </a:defRPr>
            </a:lvl7pPr>
            <a:lvl8pPr marL="3657600" lvl="7" indent="-228600" algn="l" rtl="0">
              <a:lnSpc>
                <a:spcPct val="90000"/>
              </a:lnSpc>
              <a:spcBef>
                <a:spcPts val="500"/>
              </a:spcBef>
              <a:spcAft>
                <a:spcPts val="0"/>
              </a:spcAft>
              <a:buClr>
                <a:srgbClr val="888888"/>
              </a:buClr>
              <a:buSzPts val="1600"/>
              <a:buNone/>
              <a:defRPr sz="1600">
                <a:solidFill>
                  <a:srgbClr val="888888"/>
                </a:solidFill>
              </a:defRPr>
            </a:lvl8pPr>
            <a:lvl9pPr marL="4114800" lvl="8" indent="-228600" algn="l" rtl="0">
              <a:lnSpc>
                <a:spcPct val="90000"/>
              </a:lnSpc>
              <a:spcBef>
                <a:spcPts val="500"/>
              </a:spcBef>
              <a:spcAft>
                <a:spcPts val="0"/>
              </a:spcAft>
              <a:buClr>
                <a:srgbClr val="888888"/>
              </a:buClr>
              <a:buSzPts val="1600"/>
              <a:buNone/>
              <a:defRPr sz="1600">
                <a:solidFill>
                  <a:srgbClr val="888888"/>
                </a:solidFill>
              </a:defRPr>
            </a:lvl9pPr>
          </a:lstStyle>
          <a:p>
            <a:pPr lvl="0"/>
            <a:r>
              <a:rPr lang="en-US"/>
              <a:t>Click to edit Master text styles</a:t>
            </a:r>
          </a:p>
        </p:txBody>
      </p:sp>
      <p:sp>
        <p:nvSpPr>
          <p:cNvPr id="775" name="Google Shape;775;p4"/>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76" name="Google Shape;776;p4"/>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77" name="Google Shape;777;p4"/>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1797675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778"/>
        <p:cNvGrpSpPr/>
        <p:nvPr/>
      </p:nvGrpSpPr>
      <p:grpSpPr>
        <a:xfrm>
          <a:off x="0" y="0"/>
          <a:ext cx="0" cy="0"/>
          <a:chOff x="0" y="0"/>
          <a:chExt cx="0" cy="0"/>
        </a:xfrm>
      </p:grpSpPr>
      <p:sp>
        <p:nvSpPr>
          <p:cNvPr id="779" name="Google Shape;779;p5"/>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780" name="Google Shape;780;p5"/>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781" name="Google Shape;781;p5"/>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782" name="Google Shape;782;p5"/>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83" name="Google Shape;783;p5"/>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84" name="Google Shape;784;p5"/>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1507284830"/>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785"/>
        <p:cNvGrpSpPr/>
        <p:nvPr/>
      </p:nvGrpSpPr>
      <p:grpSpPr>
        <a:xfrm>
          <a:off x="0" y="0"/>
          <a:ext cx="0" cy="0"/>
          <a:chOff x="0" y="0"/>
          <a:chExt cx="0" cy="0"/>
        </a:xfrm>
      </p:grpSpPr>
      <p:sp>
        <p:nvSpPr>
          <p:cNvPr id="786" name="Google Shape;786;p6"/>
          <p:cNvSpPr txBox="1">
            <a:spLocks noGrp="1"/>
          </p:cNvSpPr>
          <p:nvPr>
            <p:ph type="title"/>
          </p:nvPr>
        </p:nvSpPr>
        <p:spPr>
          <a:xfrm>
            <a:off x="839788"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787" name="Google Shape;787;p6"/>
          <p:cNvSpPr txBox="1">
            <a:spLocks noGrp="1"/>
          </p:cNvSpPr>
          <p:nvPr>
            <p:ph type="body" idx="1"/>
          </p:nvPr>
        </p:nvSpPr>
        <p:spPr>
          <a:xfrm>
            <a:off x="839789"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rtl="0">
              <a:lnSpc>
                <a:spcPct val="90000"/>
              </a:lnSpc>
              <a:spcBef>
                <a:spcPts val="1000"/>
              </a:spcBef>
              <a:spcAft>
                <a:spcPts val="0"/>
              </a:spcAft>
              <a:buClr>
                <a:schemeClr val="dk1"/>
              </a:buClr>
              <a:buSzPts val="2400"/>
              <a:buNone/>
              <a:defRPr sz="2400" b="1"/>
            </a:lvl1pPr>
            <a:lvl2pPr marL="914400" lvl="1" indent="-228600" algn="l" rtl="0">
              <a:lnSpc>
                <a:spcPct val="90000"/>
              </a:lnSpc>
              <a:spcBef>
                <a:spcPts val="500"/>
              </a:spcBef>
              <a:spcAft>
                <a:spcPts val="0"/>
              </a:spcAft>
              <a:buClr>
                <a:schemeClr val="dk1"/>
              </a:buClr>
              <a:buSzPts val="2000"/>
              <a:buNone/>
              <a:defRPr sz="2000" b="1"/>
            </a:lvl2pPr>
            <a:lvl3pPr marL="1371600" lvl="2" indent="-228600" algn="l" rtl="0">
              <a:lnSpc>
                <a:spcPct val="90000"/>
              </a:lnSpc>
              <a:spcBef>
                <a:spcPts val="500"/>
              </a:spcBef>
              <a:spcAft>
                <a:spcPts val="0"/>
              </a:spcAft>
              <a:buClr>
                <a:schemeClr val="dk1"/>
              </a:buClr>
              <a:buSzPts val="1800"/>
              <a:buNone/>
              <a:defRPr sz="1800" b="1"/>
            </a:lvl3pPr>
            <a:lvl4pPr marL="1828800" lvl="3" indent="-228600" algn="l" rtl="0">
              <a:lnSpc>
                <a:spcPct val="90000"/>
              </a:lnSpc>
              <a:spcBef>
                <a:spcPts val="500"/>
              </a:spcBef>
              <a:spcAft>
                <a:spcPts val="0"/>
              </a:spcAft>
              <a:buClr>
                <a:schemeClr val="dk1"/>
              </a:buClr>
              <a:buSzPts val="1600"/>
              <a:buNone/>
              <a:defRPr sz="1600" b="1"/>
            </a:lvl4pPr>
            <a:lvl5pPr marL="2286000" lvl="4" indent="-228600" algn="l" rtl="0">
              <a:lnSpc>
                <a:spcPct val="90000"/>
              </a:lnSpc>
              <a:spcBef>
                <a:spcPts val="500"/>
              </a:spcBef>
              <a:spcAft>
                <a:spcPts val="0"/>
              </a:spcAft>
              <a:buClr>
                <a:schemeClr val="dk1"/>
              </a:buClr>
              <a:buSzPts val="1600"/>
              <a:buNone/>
              <a:defRPr sz="1600" b="1"/>
            </a:lvl5pPr>
            <a:lvl6pPr marL="2743200" lvl="5" indent="-228600" algn="l" rtl="0">
              <a:lnSpc>
                <a:spcPct val="90000"/>
              </a:lnSpc>
              <a:spcBef>
                <a:spcPts val="500"/>
              </a:spcBef>
              <a:spcAft>
                <a:spcPts val="0"/>
              </a:spcAft>
              <a:buClr>
                <a:schemeClr val="dk1"/>
              </a:buClr>
              <a:buSzPts val="1600"/>
              <a:buNone/>
              <a:defRPr sz="1600" b="1"/>
            </a:lvl6pPr>
            <a:lvl7pPr marL="3200400" lvl="6" indent="-228600" algn="l" rtl="0">
              <a:lnSpc>
                <a:spcPct val="90000"/>
              </a:lnSpc>
              <a:spcBef>
                <a:spcPts val="500"/>
              </a:spcBef>
              <a:spcAft>
                <a:spcPts val="0"/>
              </a:spcAft>
              <a:buClr>
                <a:schemeClr val="dk1"/>
              </a:buClr>
              <a:buSzPts val="1600"/>
              <a:buNone/>
              <a:defRPr sz="1600" b="1"/>
            </a:lvl7pPr>
            <a:lvl8pPr marL="3657600" lvl="7" indent="-228600" algn="l" rtl="0">
              <a:lnSpc>
                <a:spcPct val="90000"/>
              </a:lnSpc>
              <a:spcBef>
                <a:spcPts val="500"/>
              </a:spcBef>
              <a:spcAft>
                <a:spcPts val="0"/>
              </a:spcAft>
              <a:buClr>
                <a:schemeClr val="dk1"/>
              </a:buClr>
              <a:buSzPts val="1600"/>
              <a:buNone/>
              <a:defRPr sz="1600" b="1"/>
            </a:lvl8pPr>
            <a:lvl9pPr marL="4114800" lvl="8" indent="-228600" algn="l" rtl="0">
              <a:lnSpc>
                <a:spcPct val="90000"/>
              </a:lnSpc>
              <a:spcBef>
                <a:spcPts val="500"/>
              </a:spcBef>
              <a:spcAft>
                <a:spcPts val="0"/>
              </a:spcAft>
              <a:buClr>
                <a:schemeClr val="dk1"/>
              </a:buClr>
              <a:buSzPts val="1600"/>
              <a:buNone/>
              <a:defRPr sz="1600" b="1"/>
            </a:lvl9pPr>
          </a:lstStyle>
          <a:p>
            <a:pPr lvl="0"/>
            <a:r>
              <a:rPr lang="en-US"/>
              <a:t>Click to edit Master text styles</a:t>
            </a:r>
          </a:p>
        </p:txBody>
      </p:sp>
      <p:sp>
        <p:nvSpPr>
          <p:cNvPr id="788" name="Google Shape;788;p6"/>
          <p:cNvSpPr txBox="1">
            <a:spLocks noGrp="1"/>
          </p:cNvSpPr>
          <p:nvPr>
            <p:ph type="body" idx="2"/>
          </p:nvPr>
        </p:nvSpPr>
        <p:spPr>
          <a:xfrm>
            <a:off x="839789"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789" name="Google Shape;789;p6"/>
          <p:cNvSpPr txBox="1">
            <a:spLocks noGrp="1"/>
          </p:cNvSpPr>
          <p:nvPr>
            <p:ph type="body" idx="3"/>
          </p:nvPr>
        </p:nvSpPr>
        <p:spPr>
          <a:xfrm>
            <a:off x="6172201"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rtl="0">
              <a:lnSpc>
                <a:spcPct val="90000"/>
              </a:lnSpc>
              <a:spcBef>
                <a:spcPts val="1000"/>
              </a:spcBef>
              <a:spcAft>
                <a:spcPts val="0"/>
              </a:spcAft>
              <a:buClr>
                <a:schemeClr val="dk1"/>
              </a:buClr>
              <a:buSzPts val="2400"/>
              <a:buNone/>
              <a:defRPr sz="2400" b="1"/>
            </a:lvl1pPr>
            <a:lvl2pPr marL="914400" lvl="1" indent="-228600" algn="l" rtl="0">
              <a:lnSpc>
                <a:spcPct val="90000"/>
              </a:lnSpc>
              <a:spcBef>
                <a:spcPts val="500"/>
              </a:spcBef>
              <a:spcAft>
                <a:spcPts val="0"/>
              </a:spcAft>
              <a:buClr>
                <a:schemeClr val="dk1"/>
              </a:buClr>
              <a:buSzPts val="2000"/>
              <a:buNone/>
              <a:defRPr sz="2000" b="1"/>
            </a:lvl2pPr>
            <a:lvl3pPr marL="1371600" lvl="2" indent="-228600" algn="l" rtl="0">
              <a:lnSpc>
                <a:spcPct val="90000"/>
              </a:lnSpc>
              <a:spcBef>
                <a:spcPts val="500"/>
              </a:spcBef>
              <a:spcAft>
                <a:spcPts val="0"/>
              </a:spcAft>
              <a:buClr>
                <a:schemeClr val="dk1"/>
              </a:buClr>
              <a:buSzPts val="1800"/>
              <a:buNone/>
              <a:defRPr sz="1800" b="1"/>
            </a:lvl3pPr>
            <a:lvl4pPr marL="1828800" lvl="3" indent="-228600" algn="l" rtl="0">
              <a:lnSpc>
                <a:spcPct val="90000"/>
              </a:lnSpc>
              <a:spcBef>
                <a:spcPts val="500"/>
              </a:spcBef>
              <a:spcAft>
                <a:spcPts val="0"/>
              </a:spcAft>
              <a:buClr>
                <a:schemeClr val="dk1"/>
              </a:buClr>
              <a:buSzPts val="1600"/>
              <a:buNone/>
              <a:defRPr sz="1600" b="1"/>
            </a:lvl4pPr>
            <a:lvl5pPr marL="2286000" lvl="4" indent="-228600" algn="l" rtl="0">
              <a:lnSpc>
                <a:spcPct val="90000"/>
              </a:lnSpc>
              <a:spcBef>
                <a:spcPts val="500"/>
              </a:spcBef>
              <a:spcAft>
                <a:spcPts val="0"/>
              </a:spcAft>
              <a:buClr>
                <a:schemeClr val="dk1"/>
              </a:buClr>
              <a:buSzPts val="1600"/>
              <a:buNone/>
              <a:defRPr sz="1600" b="1"/>
            </a:lvl5pPr>
            <a:lvl6pPr marL="2743200" lvl="5" indent="-228600" algn="l" rtl="0">
              <a:lnSpc>
                <a:spcPct val="90000"/>
              </a:lnSpc>
              <a:spcBef>
                <a:spcPts val="500"/>
              </a:spcBef>
              <a:spcAft>
                <a:spcPts val="0"/>
              </a:spcAft>
              <a:buClr>
                <a:schemeClr val="dk1"/>
              </a:buClr>
              <a:buSzPts val="1600"/>
              <a:buNone/>
              <a:defRPr sz="1600" b="1"/>
            </a:lvl6pPr>
            <a:lvl7pPr marL="3200400" lvl="6" indent="-228600" algn="l" rtl="0">
              <a:lnSpc>
                <a:spcPct val="90000"/>
              </a:lnSpc>
              <a:spcBef>
                <a:spcPts val="500"/>
              </a:spcBef>
              <a:spcAft>
                <a:spcPts val="0"/>
              </a:spcAft>
              <a:buClr>
                <a:schemeClr val="dk1"/>
              </a:buClr>
              <a:buSzPts val="1600"/>
              <a:buNone/>
              <a:defRPr sz="1600" b="1"/>
            </a:lvl7pPr>
            <a:lvl8pPr marL="3657600" lvl="7" indent="-228600" algn="l" rtl="0">
              <a:lnSpc>
                <a:spcPct val="90000"/>
              </a:lnSpc>
              <a:spcBef>
                <a:spcPts val="500"/>
              </a:spcBef>
              <a:spcAft>
                <a:spcPts val="0"/>
              </a:spcAft>
              <a:buClr>
                <a:schemeClr val="dk1"/>
              </a:buClr>
              <a:buSzPts val="1600"/>
              <a:buNone/>
              <a:defRPr sz="1600" b="1"/>
            </a:lvl8pPr>
            <a:lvl9pPr marL="4114800" lvl="8" indent="-228600" algn="l" rtl="0">
              <a:lnSpc>
                <a:spcPct val="90000"/>
              </a:lnSpc>
              <a:spcBef>
                <a:spcPts val="500"/>
              </a:spcBef>
              <a:spcAft>
                <a:spcPts val="0"/>
              </a:spcAft>
              <a:buClr>
                <a:schemeClr val="dk1"/>
              </a:buClr>
              <a:buSzPts val="1600"/>
              <a:buNone/>
              <a:defRPr sz="1600" b="1"/>
            </a:lvl9pPr>
          </a:lstStyle>
          <a:p>
            <a:pPr lvl="0"/>
            <a:r>
              <a:rPr lang="en-US"/>
              <a:t>Click to edit Master text styles</a:t>
            </a:r>
          </a:p>
        </p:txBody>
      </p:sp>
      <p:sp>
        <p:nvSpPr>
          <p:cNvPr id="790" name="Google Shape;790;p6"/>
          <p:cNvSpPr txBox="1">
            <a:spLocks noGrp="1"/>
          </p:cNvSpPr>
          <p:nvPr>
            <p:ph type="body" idx="4"/>
          </p:nvPr>
        </p:nvSpPr>
        <p:spPr>
          <a:xfrm>
            <a:off x="6172201"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791" name="Google Shape;791;p6"/>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92" name="Google Shape;792;p6"/>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93" name="Google Shape;793;p6"/>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269758177"/>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794"/>
        <p:cNvGrpSpPr/>
        <p:nvPr/>
      </p:nvGrpSpPr>
      <p:grpSpPr>
        <a:xfrm>
          <a:off x="0" y="0"/>
          <a:ext cx="0" cy="0"/>
          <a:chOff x="0" y="0"/>
          <a:chExt cx="0" cy="0"/>
        </a:xfrm>
      </p:grpSpPr>
      <p:sp>
        <p:nvSpPr>
          <p:cNvPr id="795" name="Google Shape;795;p7"/>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796" name="Google Shape;796;p7"/>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97" name="Google Shape;797;p7"/>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798" name="Google Shape;798;p7"/>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278064989"/>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99"/>
        <p:cNvGrpSpPr/>
        <p:nvPr/>
      </p:nvGrpSpPr>
      <p:grpSpPr>
        <a:xfrm>
          <a:off x="0" y="0"/>
          <a:ext cx="0" cy="0"/>
          <a:chOff x="0" y="0"/>
          <a:chExt cx="0" cy="0"/>
        </a:xfrm>
      </p:grpSpPr>
      <p:sp>
        <p:nvSpPr>
          <p:cNvPr id="800" name="Google Shape;800;p8"/>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01" name="Google Shape;801;p8"/>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02" name="Google Shape;802;p8"/>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974014088"/>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803"/>
        <p:cNvGrpSpPr/>
        <p:nvPr/>
      </p:nvGrpSpPr>
      <p:grpSpPr>
        <a:xfrm>
          <a:off x="0" y="0"/>
          <a:ext cx="0" cy="0"/>
          <a:chOff x="0" y="0"/>
          <a:chExt cx="0" cy="0"/>
        </a:xfrm>
      </p:grpSpPr>
      <p:sp>
        <p:nvSpPr>
          <p:cNvPr id="804" name="Google Shape;804;p9"/>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3200"/>
              <a:buFont typeface="Poppins"/>
              <a:buNone/>
              <a:defRPr sz="32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05" name="Google Shape;805;p9"/>
          <p:cNvSpPr txBox="1">
            <a:spLocks noGrp="1"/>
          </p:cNvSpPr>
          <p:nvPr>
            <p:ph type="body" idx="1"/>
          </p:nvPr>
        </p:nvSpPr>
        <p:spPr>
          <a:xfrm>
            <a:off x="5183188" y="987427"/>
            <a:ext cx="6172200" cy="4873500"/>
          </a:xfrm>
          <a:prstGeom prst="rect">
            <a:avLst/>
          </a:prstGeom>
          <a:noFill/>
          <a:ln>
            <a:noFill/>
          </a:ln>
        </p:spPr>
        <p:txBody>
          <a:bodyPr spcFirstLastPara="1" wrap="square" lIns="91425" tIns="45700" rIns="91425" bIns="45700" anchor="t" anchorCtr="0">
            <a:normAutofit/>
          </a:bodyPr>
          <a:lstStyle>
            <a:lvl1pPr marL="457200" lvl="0" indent="-431800" algn="l" rtl="0">
              <a:lnSpc>
                <a:spcPct val="90000"/>
              </a:lnSpc>
              <a:spcBef>
                <a:spcPts val="1000"/>
              </a:spcBef>
              <a:spcAft>
                <a:spcPts val="0"/>
              </a:spcAft>
              <a:buClr>
                <a:schemeClr val="dk1"/>
              </a:buClr>
              <a:buSzPts val="3200"/>
              <a:buChar char="•"/>
              <a:defRPr sz="3200"/>
            </a:lvl1pPr>
            <a:lvl2pPr marL="914400" lvl="1" indent="-406400" algn="l" rtl="0">
              <a:lnSpc>
                <a:spcPct val="90000"/>
              </a:lnSpc>
              <a:spcBef>
                <a:spcPts val="500"/>
              </a:spcBef>
              <a:spcAft>
                <a:spcPts val="0"/>
              </a:spcAft>
              <a:buClr>
                <a:schemeClr val="dk1"/>
              </a:buClr>
              <a:buSzPts val="2800"/>
              <a:buChar char="•"/>
              <a:defRPr sz="2800"/>
            </a:lvl2pPr>
            <a:lvl3pPr marL="1371600" lvl="2" indent="-381000" algn="l" rtl="0">
              <a:lnSpc>
                <a:spcPct val="90000"/>
              </a:lnSpc>
              <a:spcBef>
                <a:spcPts val="500"/>
              </a:spcBef>
              <a:spcAft>
                <a:spcPts val="0"/>
              </a:spcAft>
              <a:buClr>
                <a:schemeClr val="dk1"/>
              </a:buClr>
              <a:buSzPts val="2400"/>
              <a:buChar char="•"/>
              <a:defRPr sz="2400"/>
            </a:lvl3pPr>
            <a:lvl4pPr marL="1828800" lvl="3" indent="-355600" algn="l" rtl="0">
              <a:lnSpc>
                <a:spcPct val="90000"/>
              </a:lnSpc>
              <a:spcBef>
                <a:spcPts val="500"/>
              </a:spcBef>
              <a:spcAft>
                <a:spcPts val="0"/>
              </a:spcAft>
              <a:buClr>
                <a:schemeClr val="dk1"/>
              </a:buClr>
              <a:buSzPts val="2000"/>
              <a:buChar char="•"/>
              <a:defRPr sz="2000"/>
            </a:lvl4pPr>
            <a:lvl5pPr marL="2286000" lvl="4" indent="-355600" algn="l" rtl="0">
              <a:lnSpc>
                <a:spcPct val="90000"/>
              </a:lnSpc>
              <a:spcBef>
                <a:spcPts val="500"/>
              </a:spcBef>
              <a:spcAft>
                <a:spcPts val="0"/>
              </a:spcAft>
              <a:buClr>
                <a:schemeClr val="dk1"/>
              </a:buClr>
              <a:buSzPts val="2000"/>
              <a:buChar char="•"/>
              <a:defRPr sz="2000"/>
            </a:lvl5pPr>
            <a:lvl6pPr marL="2743200" lvl="5" indent="-355600" algn="l" rtl="0">
              <a:lnSpc>
                <a:spcPct val="90000"/>
              </a:lnSpc>
              <a:spcBef>
                <a:spcPts val="500"/>
              </a:spcBef>
              <a:spcAft>
                <a:spcPts val="0"/>
              </a:spcAft>
              <a:buClr>
                <a:schemeClr val="dk1"/>
              </a:buClr>
              <a:buSzPts val="2000"/>
              <a:buChar char="•"/>
              <a:defRPr sz="2000"/>
            </a:lvl6pPr>
            <a:lvl7pPr marL="3200400" lvl="6" indent="-355600" algn="l" rtl="0">
              <a:lnSpc>
                <a:spcPct val="90000"/>
              </a:lnSpc>
              <a:spcBef>
                <a:spcPts val="500"/>
              </a:spcBef>
              <a:spcAft>
                <a:spcPts val="0"/>
              </a:spcAft>
              <a:buClr>
                <a:schemeClr val="dk1"/>
              </a:buClr>
              <a:buSzPts val="2000"/>
              <a:buChar char="•"/>
              <a:defRPr sz="2000"/>
            </a:lvl7pPr>
            <a:lvl8pPr marL="3657600" lvl="7" indent="-355600" algn="l" rtl="0">
              <a:lnSpc>
                <a:spcPct val="90000"/>
              </a:lnSpc>
              <a:spcBef>
                <a:spcPts val="500"/>
              </a:spcBef>
              <a:spcAft>
                <a:spcPts val="0"/>
              </a:spcAft>
              <a:buClr>
                <a:schemeClr val="dk1"/>
              </a:buClr>
              <a:buSzPts val="2000"/>
              <a:buChar char="•"/>
              <a:defRPr sz="2000"/>
            </a:lvl8pPr>
            <a:lvl9pPr marL="4114800" lvl="8" indent="-355600" algn="l" rtl="0">
              <a:lnSpc>
                <a:spcPct val="90000"/>
              </a:lnSpc>
              <a:spcBef>
                <a:spcPts val="500"/>
              </a:spcBef>
              <a:spcAft>
                <a:spcPts val="0"/>
              </a:spcAft>
              <a:buClr>
                <a:schemeClr val="dk1"/>
              </a:buClr>
              <a:buSzPts val="2000"/>
              <a:buChar char="•"/>
              <a:defRPr sz="2000"/>
            </a:lvl9pPr>
          </a:lstStyle>
          <a:p>
            <a:pPr lvl="0"/>
            <a:r>
              <a:rPr lang="en-US"/>
              <a:t>Click to edit Master text styles</a:t>
            </a:r>
          </a:p>
        </p:txBody>
      </p:sp>
      <p:sp>
        <p:nvSpPr>
          <p:cNvPr id="806" name="Google Shape;806;p9"/>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chemeClr val="dk1"/>
              </a:buClr>
              <a:buSzPts val="1600"/>
              <a:buNone/>
              <a:defRPr sz="1600"/>
            </a:lvl1pPr>
            <a:lvl2pPr marL="914400" lvl="1" indent="-228600" algn="l" rtl="0">
              <a:lnSpc>
                <a:spcPct val="90000"/>
              </a:lnSpc>
              <a:spcBef>
                <a:spcPts val="500"/>
              </a:spcBef>
              <a:spcAft>
                <a:spcPts val="0"/>
              </a:spcAft>
              <a:buClr>
                <a:schemeClr val="dk1"/>
              </a:buClr>
              <a:buSzPts val="1400"/>
              <a:buNone/>
              <a:defRPr sz="1400"/>
            </a:lvl2pPr>
            <a:lvl3pPr marL="1371600" lvl="2" indent="-228600" algn="l" rtl="0">
              <a:lnSpc>
                <a:spcPct val="90000"/>
              </a:lnSpc>
              <a:spcBef>
                <a:spcPts val="500"/>
              </a:spcBef>
              <a:spcAft>
                <a:spcPts val="0"/>
              </a:spcAft>
              <a:buClr>
                <a:schemeClr val="dk1"/>
              </a:buClr>
              <a:buSzPts val="1200"/>
              <a:buNone/>
              <a:defRPr sz="1200"/>
            </a:lvl3pPr>
            <a:lvl4pPr marL="1828800" lvl="3" indent="-228600" algn="l" rtl="0">
              <a:lnSpc>
                <a:spcPct val="90000"/>
              </a:lnSpc>
              <a:spcBef>
                <a:spcPts val="500"/>
              </a:spcBef>
              <a:spcAft>
                <a:spcPts val="0"/>
              </a:spcAft>
              <a:buClr>
                <a:schemeClr val="dk1"/>
              </a:buClr>
              <a:buSzPts val="1000"/>
              <a:buNone/>
              <a:defRPr sz="1000"/>
            </a:lvl4pPr>
            <a:lvl5pPr marL="2286000" lvl="4" indent="-228600" algn="l" rtl="0">
              <a:lnSpc>
                <a:spcPct val="90000"/>
              </a:lnSpc>
              <a:spcBef>
                <a:spcPts val="500"/>
              </a:spcBef>
              <a:spcAft>
                <a:spcPts val="0"/>
              </a:spcAft>
              <a:buClr>
                <a:schemeClr val="dk1"/>
              </a:buClr>
              <a:buSzPts val="1000"/>
              <a:buNone/>
              <a:defRPr sz="1000"/>
            </a:lvl5pPr>
            <a:lvl6pPr marL="2743200" lvl="5" indent="-228600" algn="l" rtl="0">
              <a:lnSpc>
                <a:spcPct val="90000"/>
              </a:lnSpc>
              <a:spcBef>
                <a:spcPts val="500"/>
              </a:spcBef>
              <a:spcAft>
                <a:spcPts val="0"/>
              </a:spcAft>
              <a:buClr>
                <a:schemeClr val="dk1"/>
              </a:buClr>
              <a:buSzPts val="1000"/>
              <a:buNone/>
              <a:defRPr sz="1000"/>
            </a:lvl6pPr>
            <a:lvl7pPr marL="3200400" lvl="6" indent="-228600" algn="l" rtl="0">
              <a:lnSpc>
                <a:spcPct val="90000"/>
              </a:lnSpc>
              <a:spcBef>
                <a:spcPts val="500"/>
              </a:spcBef>
              <a:spcAft>
                <a:spcPts val="0"/>
              </a:spcAft>
              <a:buClr>
                <a:schemeClr val="dk1"/>
              </a:buClr>
              <a:buSzPts val="1000"/>
              <a:buNone/>
              <a:defRPr sz="1000"/>
            </a:lvl7pPr>
            <a:lvl8pPr marL="3657600" lvl="7" indent="-228600" algn="l" rtl="0">
              <a:lnSpc>
                <a:spcPct val="90000"/>
              </a:lnSpc>
              <a:spcBef>
                <a:spcPts val="500"/>
              </a:spcBef>
              <a:spcAft>
                <a:spcPts val="0"/>
              </a:spcAft>
              <a:buClr>
                <a:schemeClr val="dk1"/>
              </a:buClr>
              <a:buSzPts val="1000"/>
              <a:buNone/>
              <a:defRPr sz="1000"/>
            </a:lvl8pPr>
            <a:lvl9pPr marL="4114800" lvl="8" indent="-228600" algn="l" rtl="0">
              <a:lnSpc>
                <a:spcPct val="90000"/>
              </a:lnSpc>
              <a:spcBef>
                <a:spcPts val="500"/>
              </a:spcBef>
              <a:spcAft>
                <a:spcPts val="0"/>
              </a:spcAft>
              <a:buClr>
                <a:schemeClr val="dk1"/>
              </a:buClr>
              <a:buSzPts val="1000"/>
              <a:buNone/>
              <a:defRPr sz="1000"/>
            </a:lvl9pPr>
          </a:lstStyle>
          <a:p>
            <a:pPr lvl="0"/>
            <a:r>
              <a:rPr lang="en-US"/>
              <a:t>Click to edit Master text styles</a:t>
            </a:r>
          </a:p>
        </p:txBody>
      </p:sp>
      <p:sp>
        <p:nvSpPr>
          <p:cNvPr id="807" name="Google Shape;807;p9"/>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08" name="Google Shape;808;p9"/>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09" name="Google Shape;809;p9"/>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22362659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810"/>
        <p:cNvGrpSpPr/>
        <p:nvPr/>
      </p:nvGrpSpPr>
      <p:grpSpPr>
        <a:xfrm>
          <a:off x="0" y="0"/>
          <a:ext cx="0" cy="0"/>
          <a:chOff x="0" y="0"/>
          <a:chExt cx="0" cy="0"/>
        </a:xfrm>
      </p:grpSpPr>
      <p:sp>
        <p:nvSpPr>
          <p:cNvPr id="811" name="Google Shape;811;p10"/>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3200"/>
              <a:buFont typeface="Poppins"/>
              <a:buNone/>
              <a:defRPr sz="32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12" name="Google Shape;812;p10"/>
          <p:cNvSpPr>
            <a:spLocks noGrp="1"/>
          </p:cNvSpPr>
          <p:nvPr>
            <p:ph type="pic" idx="2"/>
          </p:nvPr>
        </p:nvSpPr>
        <p:spPr>
          <a:xfrm>
            <a:off x="5183188" y="987427"/>
            <a:ext cx="6172200" cy="4873500"/>
          </a:xfrm>
          <a:prstGeom prst="rect">
            <a:avLst/>
          </a:prstGeom>
          <a:noFill/>
          <a:ln>
            <a:noFill/>
          </a:ln>
        </p:spPr>
      </p:sp>
      <p:sp>
        <p:nvSpPr>
          <p:cNvPr id="813" name="Google Shape;813;p10"/>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chemeClr val="dk1"/>
              </a:buClr>
              <a:buSzPts val="1600"/>
              <a:buNone/>
              <a:defRPr sz="1600"/>
            </a:lvl1pPr>
            <a:lvl2pPr marL="914400" lvl="1" indent="-228600" algn="l" rtl="0">
              <a:lnSpc>
                <a:spcPct val="90000"/>
              </a:lnSpc>
              <a:spcBef>
                <a:spcPts val="500"/>
              </a:spcBef>
              <a:spcAft>
                <a:spcPts val="0"/>
              </a:spcAft>
              <a:buClr>
                <a:schemeClr val="dk1"/>
              </a:buClr>
              <a:buSzPts val="1400"/>
              <a:buNone/>
              <a:defRPr sz="1400"/>
            </a:lvl2pPr>
            <a:lvl3pPr marL="1371600" lvl="2" indent="-228600" algn="l" rtl="0">
              <a:lnSpc>
                <a:spcPct val="90000"/>
              </a:lnSpc>
              <a:spcBef>
                <a:spcPts val="500"/>
              </a:spcBef>
              <a:spcAft>
                <a:spcPts val="0"/>
              </a:spcAft>
              <a:buClr>
                <a:schemeClr val="dk1"/>
              </a:buClr>
              <a:buSzPts val="1200"/>
              <a:buNone/>
              <a:defRPr sz="1200"/>
            </a:lvl3pPr>
            <a:lvl4pPr marL="1828800" lvl="3" indent="-228600" algn="l" rtl="0">
              <a:lnSpc>
                <a:spcPct val="90000"/>
              </a:lnSpc>
              <a:spcBef>
                <a:spcPts val="500"/>
              </a:spcBef>
              <a:spcAft>
                <a:spcPts val="0"/>
              </a:spcAft>
              <a:buClr>
                <a:schemeClr val="dk1"/>
              </a:buClr>
              <a:buSzPts val="1000"/>
              <a:buNone/>
              <a:defRPr sz="1000"/>
            </a:lvl4pPr>
            <a:lvl5pPr marL="2286000" lvl="4" indent="-228600" algn="l" rtl="0">
              <a:lnSpc>
                <a:spcPct val="90000"/>
              </a:lnSpc>
              <a:spcBef>
                <a:spcPts val="500"/>
              </a:spcBef>
              <a:spcAft>
                <a:spcPts val="0"/>
              </a:spcAft>
              <a:buClr>
                <a:schemeClr val="dk1"/>
              </a:buClr>
              <a:buSzPts val="1000"/>
              <a:buNone/>
              <a:defRPr sz="1000"/>
            </a:lvl5pPr>
            <a:lvl6pPr marL="2743200" lvl="5" indent="-228600" algn="l" rtl="0">
              <a:lnSpc>
                <a:spcPct val="90000"/>
              </a:lnSpc>
              <a:spcBef>
                <a:spcPts val="500"/>
              </a:spcBef>
              <a:spcAft>
                <a:spcPts val="0"/>
              </a:spcAft>
              <a:buClr>
                <a:schemeClr val="dk1"/>
              </a:buClr>
              <a:buSzPts val="1000"/>
              <a:buNone/>
              <a:defRPr sz="1000"/>
            </a:lvl6pPr>
            <a:lvl7pPr marL="3200400" lvl="6" indent="-228600" algn="l" rtl="0">
              <a:lnSpc>
                <a:spcPct val="90000"/>
              </a:lnSpc>
              <a:spcBef>
                <a:spcPts val="500"/>
              </a:spcBef>
              <a:spcAft>
                <a:spcPts val="0"/>
              </a:spcAft>
              <a:buClr>
                <a:schemeClr val="dk1"/>
              </a:buClr>
              <a:buSzPts val="1000"/>
              <a:buNone/>
              <a:defRPr sz="1000"/>
            </a:lvl7pPr>
            <a:lvl8pPr marL="3657600" lvl="7" indent="-228600" algn="l" rtl="0">
              <a:lnSpc>
                <a:spcPct val="90000"/>
              </a:lnSpc>
              <a:spcBef>
                <a:spcPts val="500"/>
              </a:spcBef>
              <a:spcAft>
                <a:spcPts val="0"/>
              </a:spcAft>
              <a:buClr>
                <a:schemeClr val="dk1"/>
              </a:buClr>
              <a:buSzPts val="1000"/>
              <a:buNone/>
              <a:defRPr sz="1000"/>
            </a:lvl8pPr>
            <a:lvl9pPr marL="4114800" lvl="8" indent="-228600" algn="l" rtl="0">
              <a:lnSpc>
                <a:spcPct val="90000"/>
              </a:lnSpc>
              <a:spcBef>
                <a:spcPts val="500"/>
              </a:spcBef>
              <a:spcAft>
                <a:spcPts val="0"/>
              </a:spcAft>
              <a:buClr>
                <a:schemeClr val="dk1"/>
              </a:buClr>
              <a:buSzPts val="1000"/>
              <a:buNone/>
              <a:defRPr sz="1000"/>
            </a:lvl9pPr>
          </a:lstStyle>
          <a:p>
            <a:pPr lvl="0"/>
            <a:r>
              <a:rPr lang="en-US"/>
              <a:t>Click to edit Master text styles</a:t>
            </a:r>
          </a:p>
        </p:txBody>
      </p:sp>
      <p:sp>
        <p:nvSpPr>
          <p:cNvPr id="814" name="Google Shape;814;p10"/>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15" name="Google Shape;815;p10"/>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16" name="Google Shape;816;p10"/>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2185223315"/>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817"/>
        <p:cNvGrpSpPr/>
        <p:nvPr/>
      </p:nvGrpSpPr>
      <p:grpSpPr>
        <a:xfrm>
          <a:off x="0" y="0"/>
          <a:ext cx="0" cy="0"/>
          <a:chOff x="0" y="0"/>
          <a:chExt cx="0" cy="0"/>
        </a:xfrm>
      </p:grpSpPr>
      <p:sp>
        <p:nvSpPr>
          <p:cNvPr id="818" name="Google Shape;818;p11"/>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19" name="Google Shape;819;p11"/>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820" name="Google Shape;820;p11"/>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1" name="Google Shape;821;p11"/>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2" name="Google Shape;822;p11"/>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472643691"/>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823"/>
        <p:cNvGrpSpPr/>
        <p:nvPr/>
      </p:nvGrpSpPr>
      <p:grpSpPr>
        <a:xfrm>
          <a:off x="0" y="0"/>
          <a:ext cx="0" cy="0"/>
          <a:chOff x="0" y="0"/>
          <a:chExt cx="0" cy="0"/>
        </a:xfrm>
      </p:grpSpPr>
      <p:sp>
        <p:nvSpPr>
          <p:cNvPr id="824" name="Google Shape;824;p12"/>
          <p:cNvSpPr txBox="1">
            <a:spLocks noGrp="1"/>
          </p:cNvSpPr>
          <p:nvPr>
            <p:ph type="title"/>
          </p:nvPr>
        </p:nvSpPr>
        <p:spPr>
          <a:xfrm rot="5400000">
            <a:off x="7133401" y="1956625"/>
            <a:ext cx="5811900" cy="26289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25" name="Google Shape;825;p12"/>
          <p:cNvSpPr txBox="1">
            <a:spLocks noGrp="1"/>
          </p:cNvSpPr>
          <p:nvPr>
            <p:ph type="body" idx="1"/>
          </p:nvPr>
        </p:nvSpPr>
        <p:spPr>
          <a:xfrm rot="5400000">
            <a:off x="1799401"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826" name="Google Shape;826;p12"/>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7" name="Google Shape;827;p12"/>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28" name="Google Shape;828;p12"/>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2217114740"/>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829"/>
        <p:cNvGrpSpPr/>
        <p:nvPr/>
      </p:nvGrpSpPr>
      <p:grpSpPr>
        <a:xfrm>
          <a:off x="0" y="0"/>
          <a:ext cx="0" cy="0"/>
          <a:chOff x="0" y="0"/>
          <a:chExt cx="0" cy="0"/>
        </a:xfrm>
      </p:grpSpPr>
      <p:sp>
        <p:nvSpPr>
          <p:cNvPr id="830" name="Google Shape;830;p13"/>
          <p:cNvSpPr txBox="1">
            <a:spLocks noGrp="1"/>
          </p:cNvSpPr>
          <p:nvPr>
            <p:ph type="title"/>
          </p:nvPr>
        </p:nvSpPr>
        <p:spPr>
          <a:xfrm>
            <a:off x="838091" y="365084"/>
            <a:ext cx="10515900" cy="8319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3599"/>
              <a:buFont typeface="Poppins"/>
              <a:buNone/>
              <a:defRPr sz="3599"/>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Tree>
    <p:extLst>
      <p:ext uri="{BB962C8B-B14F-4D97-AF65-F5344CB8AC3E}">
        <p14:creationId xmlns:p14="http://schemas.microsoft.com/office/powerpoint/2010/main" val="1941008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Custom Layout">
  <p:cSld name="1_Custom Layout">
    <p:spTree>
      <p:nvGrpSpPr>
        <p:cNvPr id="1" name="Shape 831"/>
        <p:cNvGrpSpPr/>
        <p:nvPr/>
      </p:nvGrpSpPr>
      <p:grpSpPr>
        <a:xfrm>
          <a:off x="0" y="0"/>
          <a:ext cx="0" cy="0"/>
          <a:chOff x="0" y="0"/>
          <a:chExt cx="0" cy="0"/>
        </a:xfrm>
      </p:grpSpPr>
    </p:spTree>
    <p:extLst>
      <p:ext uri="{BB962C8B-B14F-4D97-AF65-F5344CB8AC3E}">
        <p14:creationId xmlns:p14="http://schemas.microsoft.com/office/powerpoint/2010/main" val="1824377530"/>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6682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reserve="1">
  <p:cSld name="Title and Content">
    <p:spTree>
      <p:nvGrpSpPr>
        <p:cNvPr id="1" name="Shape 841"/>
        <p:cNvGrpSpPr/>
        <p:nvPr/>
      </p:nvGrpSpPr>
      <p:grpSpPr>
        <a:xfrm>
          <a:off x="0" y="0"/>
          <a:ext cx="0" cy="0"/>
          <a:chOff x="0" y="0"/>
          <a:chExt cx="0" cy="0"/>
        </a:xfrm>
      </p:grpSpPr>
      <p:sp>
        <p:nvSpPr>
          <p:cNvPr id="842" name="Google Shape;842;p16"/>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43" name="Google Shape;843;p16"/>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406400" algn="l" rtl="0">
              <a:lnSpc>
                <a:spcPct val="90000"/>
              </a:lnSpc>
              <a:spcBef>
                <a:spcPts val="1000"/>
              </a:spcBef>
              <a:spcAft>
                <a:spcPts val="0"/>
              </a:spcAft>
              <a:buClr>
                <a:schemeClr val="dk1"/>
              </a:buClr>
              <a:buSzPts val="2800"/>
              <a:buChar char="•"/>
              <a:defRPr>
                <a:latin typeface="Avenir"/>
                <a:ea typeface="Avenir"/>
                <a:cs typeface="Avenir"/>
                <a:sym typeface="Avenir"/>
              </a:defRPr>
            </a:lvl1pPr>
            <a:lvl2pPr marL="914400" lvl="1" indent="-381000" algn="l" rtl="0">
              <a:lnSpc>
                <a:spcPct val="90000"/>
              </a:lnSpc>
              <a:spcBef>
                <a:spcPts val="500"/>
              </a:spcBef>
              <a:spcAft>
                <a:spcPts val="0"/>
              </a:spcAft>
              <a:buClr>
                <a:schemeClr val="dk1"/>
              </a:buClr>
              <a:buSzPts val="2400"/>
              <a:buChar char="•"/>
              <a:defRPr>
                <a:latin typeface="Avenir"/>
                <a:ea typeface="Avenir"/>
                <a:cs typeface="Avenir"/>
                <a:sym typeface="Avenir"/>
              </a:defRPr>
            </a:lvl2pPr>
            <a:lvl3pPr marL="1371600" lvl="2" indent="-355600" algn="l" rtl="0">
              <a:lnSpc>
                <a:spcPct val="90000"/>
              </a:lnSpc>
              <a:spcBef>
                <a:spcPts val="500"/>
              </a:spcBef>
              <a:spcAft>
                <a:spcPts val="0"/>
              </a:spcAft>
              <a:buClr>
                <a:schemeClr val="dk1"/>
              </a:buClr>
              <a:buSzPts val="2000"/>
              <a:buChar char="•"/>
              <a:defRPr>
                <a:latin typeface="Avenir"/>
                <a:ea typeface="Avenir"/>
                <a:cs typeface="Avenir"/>
                <a:sym typeface="Avenir"/>
              </a:defRPr>
            </a:lvl3pPr>
            <a:lvl4pPr marL="1828800" lvl="3" indent="-342900" algn="l" rtl="0">
              <a:lnSpc>
                <a:spcPct val="90000"/>
              </a:lnSpc>
              <a:spcBef>
                <a:spcPts val="500"/>
              </a:spcBef>
              <a:spcAft>
                <a:spcPts val="0"/>
              </a:spcAft>
              <a:buClr>
                <a:schemeClr val="dk1"/>
              </a:buClr>
              <a:buSzPts val="1800"/>
              <a:buChar char="•"/>
              <a:defRPr>
                <a:latin typeface="Avenir"/>
                <a:ea typeface="Avenir"/>
                <a:cs typeface="Avenir"/>
                <a:sym typeface="Avenir"/>
              </a:defRPr>
            </a:lvl4pPr>
            <a:lvl5pPr marL="2286000" lvl="4" indent="-342900" algn="l" rtl="0">
              <a:lnSpc>
                <a:spcPct val="90000"/>
              </a:lnSpc>
              <a:spcBef>
                <a:spcPts val="500"/>
              </a:spcBef>
              <a:spcAft>
                <a:spcPts val="0"/>
              </a:spcAft>
              <a:buClr>
                <a:schemeClr val="dk1"/>
              </a:buClr>
              <a:buSzPts val="1800"/>
              <a:buChar char="•"/>
              <a:defRPr>
                <a:latin typeface="Avenir"/>
                <a:ea typeface="Avenir"/>
                <a:cs typeface="Avenir"/>
                <a:sym typeface="Aveni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844" name="Google Shape;844;p16"/>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45" name="Google Shape;845;p16"/>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46" name="Google Shape;846;p16"/>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51271443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Slide" type="title" preserve="1">
  <p:cSld name="Title Slide">
    <p:spTree>
      <p:nvGrpSpPr>
        <p:cNvPr id="1" name="Shape 847"/>
        <p:cNvGrpSpPr/>
        <p:nvPr/>
      </p:nvGrpSpPr>
      <p:grpSpPr>
        <a:xfrm>
          <a:off x="0" y="0"/>
          <a:ext cx="0" cy="0"/>
          <a:chOff x="0" y="0"/>
          <a:chExt cx="0" cy="0"/>
        </a:xfrm>
      </p:grpSpPr>
      <p:sp>
        <p:nvSpPr>
          <p:cNvPr id="848" name="Google Shape;848;p17"/>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rtl="0">
              <a:lnSpc>
                <a:spcPct val="90000"/>
              </a:lnSpc>
              <a:spcBef>
                <a:spcPts val="0"/>
              </a:spcBef>
              <a:spcAft>
                <a:spcPts val="0"/>
              </a:spcAft>
              <a:buClr>
                <a:schemeClr val="dk1"/>
              </a:buClr>
              <a:buSzPts val="6000"/>
              <a:buFont typeface="Poppins"/>
              <a:buNone/>
              <a:defRPr sz="6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49" name="Google Shape;849;p17"/>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rtl="0">
              <a:lnSpc>
                <a:spcPct val="90000"/>
              </a:lnSpc>
              <a:spcBef>
                <a:spcPts val="1000"/>
              </a:spcBef>
              <a:spcAft>
                <a:spcPts val="0"/>
              </a:spcAft>
              <a:buClr>
                <a:schemeClr val="dk1"/>
              </a:buClr>
              <a:buSzPts val="2400"/>
              <a:buNone/>
              <a:defRPr sz="2400"/>
            </a:lvl1pPr>
            <a:lvl2pPr lvl="1" algn="ctr" rtl="0">
              <a:lnSpc>
                <a:spcPct val="90000"/>
              </a:lnSpc>
              <a:spcBef>
                <a:spcPts val="500"/>
              </a:spcBef>
              <a:spcAft>
                <a:spcPts val="0"/>
              </a:spcAft>
              <a:buClr>
                <a:schemeClr val="dk1"/>
              </a:buClr>
              <a:buSzPts val="2000"/>
              <a:buNone/>
              <a:defRPr sz="2000"/>
            </a:lvl2pPr>
            <a:lvl3pPr lvl="2" algn="ctr" rtl="0">
              <a:lnSpc>
                <a:spcPct val="90000"/>
              </a:lnSpc>
              <a:spcBef>
                <a:spcPts val="500"/>
              </a:spcBef>
              <a:spcAft>
                <a:spcPts val="0"/>
              </a:spcAft>
              <a:buClr>
                <a:schemeClr val="dk1"/>
              </a:buClr>
              <a:buSzPts val="1800"/>
              <a:buNone/>
              <a:defRPr sz="1800"/>
            </a:lvl3pPr>
            <a:lvl4pPr lvl="3" algn="ctr" rtl="0">
              <a:lnSpc>
                <a:spcPct val="90000"/>
              </a:lnSpc>
              <a:spcBef>
                <a:spcPts val="500"/>
              </a:spcBef>
              <a:spcAft>
                <a:spcPts val="0"/>
              </a:spcAft>
              <a:buClr>
                <a:schemeClr val="dk1"/>
              </a:buClr>
              <a:buSzPts val="1600"/>
              <a:buNone/>
              <a:defRPr sz="1600"/>
            </a:lvl4pPr>
            <a:lvl5pPr lvl="4" algn="ctr" rtl="0">
              <a:lnSpc>
                <a:spcPct val="90000"/>
              </a:lnSpc>
              <a:spcBef>
                <a:spcPts val="500"/>
              </a:spcBef>
              <a:spcAft>
                <a:spcPts val="0"/>
              </a:spcAft>
              <a:buClr>
                <a:schemeClr val="dk1"/>
              </a:buClr>
              <a:buSzPts val="1600"/>
              <a:buNone/>
              <a:defRPr sz="1600"/>
            </a:lvl5pPr>
            <a:lvl6pPr lvl="5" algn="ctr" rtl="0">
              <a:lnSpc>
                <a:spcPct val="90000"/>
              </a:lnSpc>
              <a:spcBef>
                <a:spcPts val="500"/>
              </a:spcBef>
              <a:spcAft>
                <a:spcPts val="0"/>
              </a:spcAft>
              <a:buClr>
                <a:schemeClr val="dk1"/>
              </a:buClr>
              <a:buSzPts val="1600"/>
              <a:buNone/>
              <a:defRPr sz="1600"/>
            </a:lvl6pPr>
            <a:lvl7pPr lvl="6" algn="ctr" rtl="0">
              <a:lnSpc>
                <a:spcPct val="90000"/>
              </a:lnSpc>
              <a:spcBef>
                <a:spcPts val="500"/>
              </a:spcBef>
              <a:spcAft>
                <a:spcPts val="0"/>
              </a:spcAft>
              <a:buClr>
                <a:schemeClr val="dk1"/>
              </a:buClr>
              <a:buSzPts val="1600"/>
              <a:buNone/>
              <a:defRPr sz="1600"/>
            </a:lvl7pPr>
            <a:lvl8pPr lvl="7" algn="ctr" rtl="0">
              <a:lnSpc>
                <a:spcPct val="90000"/>
              </a:lnSpc>
              <a:spcBef>
                <a:spcPts val="500"/>
              </a:spcBef>
              <a:spcAft>
                <a:spcPts val="0"/>
              </a:spcAft>
              <a:buClr>
                <a:schemeClr val="dk1"/>
              </a:buClr>
              <a:buSzPts val="1600"/>
              <a:buNone/>
              <a:defRPr sz="1600"/>
            </a:lvl8pPr>
            <a:lvl9pPr lvl="8" algn="ctr" rtl="0">
              <a:lnSpc>
                <a:spcPct val="90000"/>
              </a:lnSpc>
              <a:spcBef>
                <a:spcPts val="500"/>
              </a:spcBef>
              <a:spcAft>
                <a:spcPts val="0"/>
              </a:spcAft>
              <a:buClr>
                <a:schemeClr val="dk1"/>
              </a:buClr>
              <a:buSzPts val="1600"/>
              <a:buNone/>
              <a:defRPr sz="1600"/>
            </a:lvl9pPr>
          </a:lstStyle>
          <a:p>
            <a:r>
              <a:rPr lang="en-US"/>
              <a:t>Click to edit Master subtitle style</a:t>
            </a:r>
            <a:endParaRPr/>
          </a:p>
        </p:txBody>
      </p:sp>
      <p:sp>
        <p:nvSpPr>
          <p:cNvPr id="850" name="Google Shape;850;p17"/>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51" name="Google Shape;851;p17"/>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52" name="Google Shape;852;p17"/>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672530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Header" type="secHead" preserve="1">
  <p:cSld name="Section Header">
    <p:spTree>
      <p:nvGrpSpPr>
        <p:cNvPr id="1" name="Shape 853"/>
        <p:cNvGrpSpPr/>
        <p:nvPr/>
      </p:nvGrpSpPr>
      <p:grpSpPr>
        <a:xfrm>
          <a:off x="0" y="0"/>
          <a:ext cx="0" cy="0"/>
          <a:chOff x="0" y="0"/>
          <a:chExt cx="0" cy="0"/>
        </a:xfrm>
      </p:grpSpPr>
      <p:sp>
        <p:nvSpPr>
          <p:cNvPr id="854" name="Google Shape;854;p18"/>
          <p:cNvSpPr txBox="1">
            <a:spLocks noGrp="1"/>
          </p:cNvSpPr>
          <p:nvPr>
            <p:ph type="title"/>
          </p:nvPr>
        </p:nvSpPr>
        <p:spPr>
          <a:xfrm>
            <a:off x="831851" y="1709740"/>
            <a:ext cx="10515600" cy="28527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6000"/>
              <a:buFont typeface="Poppins"/>
              <a:buNone/>
              <a:defRPr sz="6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55" name="Google Shape;855;p18"/>
          <p:cNvSpPr txBox="1">
            <a:spLocks noGrp="1"/>
          </p:cNvSpPr>
          <p:nvPr>
            <p:ph type="body" idx="1"/>
          </p:nvPr>
        </p:nvSpPr>
        <p:spPr>
          <a:xfrm>
            <a:off x="831851" y="4589465"/>
            <a:ext cx="10515600" cy="15003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rgbClr val="888888"/>
              </a:buClr>
              <a:buSzPts val="2400"/>
              <a:buNone/>
              <a:defRPr sz="2400">
                <a:solidFill>
                  <a:srgbClr val="888888"/>
                </a:solidFill>
              </a:defRPr>
            </a:lvl1pPr>
            <a:lvl2pPr marL="914400" lvl="1" indent="-228600" algn="l" rtl="0">
              <a:lnSpc>
                <a:spcPct val="90000"/>
              </a:lnSpc>
              <a:spcBef>
                <a:spcPts val="500"/>
              </a:spcBef>
              <a:spcAft>
                <a:spcPts val="0"/>
              </a:spcAft>
              <a:buClr>
                <a:srgbClr val="888888"/>
              </a:buClr>
              <a:buSzPts val="2000"/>
              <a:buNone/>
              <a:defRPr sz="2000">
                <a:solidFill>
                  <a:srgbClr val="888888"/>
                </a:solidFill>
              </a:defRPr>
            </a:lvl2pPr>
            <a:lvl3pPr marL="1371600" lvl="2" indent="-228600" algn="l" rtl="0">
              <a:lnSpc>
                <a:spcPct val="90000"/>
              </a:lnSpc>
              <a:spcBef>
                <a:spcPts val="500"/>
              </a:spcBef>
              <a:spcAft>
                <a:spcPts val="0"/>
              </a:spcAft>
              <a:buClr>
                <a:srgbClr val="888888"/>
              </a:buClr>
              <a:buSzPts val="1800"/>
              <a:buNone/>
              <a:defRPr sz="1800">
                <a:solidFill>
                  <a:srgbClr val="888888"/>
                </a:solidFill>
              </a:defRPr>
            </a:lvl3pPr>
            <a:lvl4pPr marL="1828800" lvl="3" indent="-228600" algn="l" rtl="0">
              <a:lnSpc>
                <a:spcPct val="90000"/>
              </a:lnSpc>
              <a:spcBef>
                <a:spcPts val="500"/>
              </a:spcBef>
              <a:spcAft>
                <a:spcPts val="0"/>
              </a:spcAft>
              <a:buClr>
                <a:srgbClr val="888888"/>
              </a:buClr>
              <a:buSzPts val="1600"/>
              <a:buNone/>
              <a:defRPr sz="1600">
                <a:solidFill>
                  <a:srgbClr val="888888"/>
                </a:solidFill>
              </a:defRPr>
            </a:lvl4pPr>
            <a:lvl5pPr marL="2286000" lvl="4" indent="-228600" algn="l" rtl="0">
              <a:lnSpc>
                <a:spcPct val="90000"/>
              </a:lnSpc>
              <a:spcBef>
                <a:spcPts val="500"/>
              </a:spcBef>
              <a:spcAft>
                <a:spcPts val="0"/>
              </a:spcAft>
              <a:buClr>
                <a:srgbClr val="888888"/>
              </a:buClr>
              <a:buSzPts val="1600"/>
              <a:buNone/>
              <a:defRPr sz="1600">
                <a:solidFill>
                  <a:srgbClr val="888888"/>
                </a:solidFill>
              </a:defRPr>
            </a:lvl5pPr>
            <a:lvl6pPr marL="2743200" lvl="5" indent="-228600" algn="l" rtl="0">
              <a:lnSpc>
                <a:spcPct val="90000"/>
              </a:lnSpc>
              <a:spcBef>
                <a:spcPts val="500"/>
              </a:spcBef>
              <a:spcAft>
                <a:spcPts val="0"/>
              </a:spcAft>
              <a:buClr>
                <a:srgbClr val="888888"/>
              </a:buClr>
              <a:buSzPts val="1600"/>
              <a:buNone/>
              <a:defRPr sz="1600">
                <a:solidFill>
                  <a:srgbClr val="888888"/>
                </a:solidFill>
              </a:defRPr>
            </a:lvl6pPr>
            <a:lvl7pPr marL="3200400" lvl="6" indent="-228600" algn="l" rtl="0">
              <a:lnSpc>
                <a:spcPct val="90000"/>
              </a:lnSpc>
              <a:spcBef>
                <a:spcPts val="500"/>
              </a:spcBef>
              <a:spcAft>
                <a:spcPts val="0"/>
              </a:spcAft>
              <a:buClr>
                <a:srgbClr val="888888"/>
              </a:buClr>
              <a:buSzPts val="1600"/>
              <a:buNone/>
              <a:defRPr sz="1600">
                <a:solidFill>
                  <a:srgbClr val="888888"/>
                </a:solidFill>
              </a:defRPr>
            </a:lvl7pPr>
            <a:lvl8pPr marL="3657600" lvl="7" indent="-228600" algn="l" rtl="0">
              <a:lnSpc>
                <a:spcPct val="90000"/>
              </a:lnSpc>
              <a:spcBef>
                <a:spcPts val="500"/>
              </a:spcBef>
              <a:spcAft>
                <a:spcPts val="0"/>
              </a:spcAft>
              <a:buClr>
                <a:srgbClr val="888888"/>
              </a:buClr>
              <a:buSzPts val="1600"/>
              <a:buNone/>
              <a:defRPr sz="1600">
                <a:solidFill>
                  <a:srgbClr val="888888"/>
                </a:solidFill>
              </a:defRPr>
            </a:lvl8pPr>
            <a:lvl9pPr marL="4114800" lvl="8" indent="-228600" algn="l" rtl="0">
              <a:lnSpc>
                <a:spcPct val="90000"/>
              </a:lnSpc>
              <a:spcBef>
                <a:spcPts val="500"/>
              </a:spcBef>
              <a:spcAft>
                <a:spcPts val="0"/>
              </a:spcAft>
              <a:buClr>
                <a:srgbClr val="888888"/>
              </a:buClr>
              <a:buSzPts val="1600"/>
              <a:buNone/>
              <a:defRPr sz="1600">
                <a:solidFill>
                  <a:srgbClr val="888888"/>
                </a:solidFill>
              </a:defRPr>
            </a:lvl9pPr>
          </a:lstStyle>
          <a:p>
            <a:pPr lvl="0"/>
            <a:r>
              <a:rPr lang="en-US"/>
              <a:t>Click to edit Master text styles</a:t>
            </a:r>
          </a:p>
        </p:txBody>
      </p:sp>
      <p:sp>
        <p:nvSpPr>
          <p:cNvPr id="856" name="Google Shape;856;p18"/>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57" name="Google Shape;857;p18"/>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58" name="Google Shape;858;p18"/>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190482517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ntent" type="twoObj" preserve="1">
  <p:cSld name="Two Content">
    <p:spTree>
      <p:nvGrpSpPr>
        <p:cNvPr id="1" name="Shape 859"/>
        <p:cNvGrpSpPr/>
        <p:nvPr/>
      </p:nvGrpSpPr>
      <p:grpSpPr>
        <a:xfrm>
          <a:off x="0" y="0"/>
          <a:ext cx="0" cy="0"/>
          <a:chOff x="0" y="0"/>
          <a:chExt cx="0" cy="0"/>
        </a:xfrm>
      </p:grpSpPr>
      <p:sp>
        <p:nvSpPr>
          <p:cNvPr id="860" name="Google Shape;860;p19"/>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61" name="Google Shape;861;p19"/>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862" name="Google Shape;862;p19"/>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863" name="Google Shape;863;p19"/>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64" name="Google Shape;864;p19"/>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65" name="Google Shape;865;p19"/>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22981068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ison" type="twoTxTwoObj" preserve="1">
  <p:cSld name="Comparison">
    <p:spTree>
      <p:nvGrpSpPr>
        <p:cNvPr id="1" name="Shape 866"/>
        <p:cNvGrpSpPr/>
        <p:nvPr/>
      </p:nvGrpSpPr>
      <p:grpSpPr>
        <a:xfrm>
          <a:off x="0" y="0"/>
          <a:ext cx="0" cy="0"/>
          <a:chOff x="0" y="0"/>
          <a:chExt cx="0" cy="0"/>
        </a:xfrm>
      </p:grpSpPr>
      <p:sp>
        <p:nvSpPr>
          <p:cNvPr id="867" name="Google Shape;867;p20"/>
          <p:cNvSpPr txBox="1">
            <a:spLocks noGrp="1"/>
          </p:cNvSpPr>
          <p:nvPr>
            <p:ph type="title"/>
          </p:nvPr>
        </p:nvSpPr>
        <p:spPr>
          <a:xfrm>
            <a:off x="839788"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68" name="Google Shape;868;p20"/>
          <p:cNvSpPr txBox="1">
            <a:spLocks noGrp="1"/>
          </p:cNvSpPr>
          <p:nvPr>
            <p:ph type="body" idx="1"/>
          </p:nvPr>
        </p:nvSpPr>
        <p:spPr>
          <a:xfrm>
            <a:off x="839789"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rtl="0">
              <a:lnSpc>
                <a:spcPct val="90000"/>
              </a:lnSpc>
              <a:spcBef>
                <a:spcPts val="1000"/>
              </a:spcBef>
              <a:spcAft>
                <a:spcPts val="0"/>
              </a:spcAft>
              <a:buClr>
                <a:schemeClr val="dk1"/>
              </a:buClr>
              <a:buSzPts val="2400"/>
              <a:buNone/>
              <a:defRPr sz="2400" b="1"/>
            </a:lvl1pPr>
            <a:lvl2pPr marL="914400" lvl="1" indent="-228600" algn="l" rtl="0">
              <a:lnSpc>
                <a:spcPct val="90000"/>
              </a:lnSpc>
              <a:spcBef>
                <a:spcPts val="500"/>
              </a:spcBef>
              <a:spcAft>
                <a:spcPts val="0"/>
              </a:spcAft>
              <a:buClr>
                <a:schemeClr val="dk1"/>
              </a:buClr>
              <a:buSzPts val="2000"/>
              <a:buNone/>
              <a:defRPr sz="2000" b="1"/>
            </a:lvl2pPr>
            <a:lvl3pPr marL="1371600" lvl="2" indent="-228600" algn="l" rtl="0">
              <a:lnSpc>
                <a:spcPct val="90000"/>
              </a:lnSpc>
              <a:spcBef>
                <a:spcPts val="500"/>
              </a:spcBef>
              <a:spcAft>
                <a:spcPts val="0"/>
              </a:spcAft>
              <a:buClr>
                <a:schemeClr val="dk1"/>
              </a:buClr>
              <a:buSzPts val="1800"/>
              <a:buNone/>
              <a:defRPr sz="1800" b="1"/>
            </a:lvl3pPr>
            <a:lvl4pPr marL="1828800" lvl="3" indent="-228600" algn="l" rtl="0">
              <a:lnSpc>
                <a:spcPct val="90000"/>
              </a:lnSpc>
              <a:spcBef>
                <a:spcPts val="500"/>
              </a:spcBef>
              <a:spcAft>
                <a:spcPts val="0"/>
              </a:spcAft>
              <a:buClr>
                <a:schemeClr val="dk1"/>
              </a:buClr>
              <a:buSzPts val="1600"/>
              <a:buNone/>
              <a:defRPr sz="1600" b="1"/>
            </a:lvl4pPr>
            <a:lvl5pPr marL="2286000" lvl="4" indent="-228600" algn="l" rtl="0">
              <a:lnSpc>
                <a:spcPct val="90000"/>
              </a:lnSpc>
              <a:spcBef>
                <a:spcPts val="500"/>
              </a:spcBef>
              <a:spcAft>
                <a:spcPts val="0"/>
              </a:spcAft>
              <a:buClr>
                <a:schemeClr val="dk1"/>
              </a:buClr>
              <a:buSzPts val="1600"/>
              <a:buNone/>
              <a:defRPr sz="1600" b="1"/>
            </a:lvl5pPr>
            <a:lvl6pPr marL="2743200" lvl="5" indent="-228600" algn="l" rtl="0">
              <a:lnSpc>
                <a:spcPct val="90000"/>
              </a:lnSpc>
              <a:spcBef>
                <a:spcPts val="500"/>
              </a:spcBef>
              <a:spcAft>
                <a:spcPts val="0"/>
              </a:spcAft>
              <a:buClr>
                <a:schemeClr val="dk1"/>
              </a:buClr>
              <a:buSzPts val="1600"/>
              <a:buNone/>
              <a:defRPr sz="1600" b="1"/>
            </a:lvl6pPr>
            <a:lvl7pPr marL="3200400" lvl="6" indent="-228600" algn="l" rtl="0">
              <a:lnSpc>
                <a:spcPct val="90000"/>
              </a:lnSpc>
              <a:spcBef>
                <a:spcPts val="500"/>
              </a:spcBef>
              <a:spcAft>
                <a:spcPts val="0"/>
              </a:spcAft>
              <a:buClr>
                <a:schemeClr val="dk1"/>
              </a:buClr>
              <a:buSzPts val="1600"/>
              <a:buNone/>
              <a:defRPr sz="1600" b="1"/>
            </a:lvl7pPr>
            <a:lvl8pPr marL="3657600" lvl="7" indent="-228600" algn="l" rtl="0">
              <a:lnSpc>
                <a:spcPct val="90000"/>
              </a:lnSpc>
              <a:spcBef>
                <a:spcPts val="500"/>
              </a:spcBef>
              <a:spcAft>
                <a:spcPts val="0"/>
              </a:spcAft>
              <a:buClr>
                <a:schemeClr val="dk1"/>
              </a:buClr>
              <a:buSzPts val="1600"/>
              <a:buNone/>
              <a:defRPr sz="1600" b="1"/>
            </a:lvl8pPr>
            <a:lvl9pPr marL="4114800" lvl="8" indent="-228600" algn="l" rtl="0">
              <a:lnSpc>
                <a:spcPct val="90000"/>
              </a:lnSpc>
              <a:spcBef>
                <a:spcPts val="500"/>
              </a:spcBef>
              <a:spcAft>
                <a:spcPts val="0"/>
              </a:spcAft>
              <a:buClr>
                <a:schemeClr val="dk1"/>
              </a:buClr>
              <a:buSzPts val="1600"/>
              <a:buNone/>
              <a:defRPr sz="1600" b="1"/>
            </a:lvl9pPr>
          </a:lstStyle>
          <a:p>
            <a:pPr lvl="0"/>
            <a:r>
              <a:rPr lang="en-US"/>
              <a:t>Click to edit Master text styles</a:t>
            </a:r>
          </a:p>
        </p:txBody>
      </p:sp>
      <p:sp>
        <p:nvSpPr>
          <p:cNvPr id="869" name="Google Shape;869;p20"/>
          <p:cNvSpPr txBox="1">
            <a:spLocks noGrp="1"/>
          </p:cNvSpPr>
          <p:nvPr>
            <p:ph type="body" idx="2"/>
          </p:nvPr>
        </p:nvSpPr>
        <p:spPr>
          <a:xfrm>
            <a:off x="839789"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870" name="Google Shape;870;p20"/>
          <p:cNvSpPr txBox="1">
            <a:spLocks noGrp="1"/>
          </p:cNvSpPr>
          <p:nvPr>
            <p:ph type="body" idx="3"/>
          </p:nvPr>
        </p:nvSpPr>
        <p:spPr>
          <a:xfrm>
            <a:off x="6172201"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rtl="0">
              <a:lnSpc>
                <a:spcPct val="90000"/>
              </a:lnSpc>
              <a:spcBef>
                <a:spcPts val="1000"/>
              </a:spcBef>
              <a:spcAft>
                <a:spcPts val="0"/>
              </a:spcAft>
              <a:buClr>
                <a:schemeClr val="dk1"/>
              </a:buClr>
              <a:buSzPts val="2400"/>
              <a:buNone/>
              <a:defRPr sz="2400" b="1"/>
            </a:lvl1pPr>
            <a:lvl2pPr marL="914400" lvl="1" indent="-228600" algn="l" rtl="0">
              <a:lnSpc>
                <a:spcPct val="90000"/>
              </a:lnSpc>
              <a:spcBef>
                <a:spcPts val="500"/>
              </a:spcBef>
              <a:spcAft>
                <a:spcPts val="0"/>
              </a:spcAft>
              <a:buClr>
                <a:schemeClr val="dk1"/>
              </a:buClr>
              <a:buSzPts val="2000"/>
              <a:buNone/>
              <a:defRPr sz="2000" b="1"/>
            </a:lvl2pPr>
            <a:lvl3pPr marL="1371600" lvl="2" indent="-228600" algn="l" rtl="0">
              <a:lnSpc>
                <a:spcPct val="90000"/>
              </a:lnSpc>
              <a:spcBef>
                <a:spcPts val="500"/>
              </a:spcBef>
              <a:spcAft>
                <a:spcPts val="0"/>
              </a:spcAft>
              <a:buClr>
                <a:schemeClr val="dk1"/>
              </a:buClr>
              <a:buSzPts val="1800"/>
              <a:buNone/>
              <a:defRPr sz="1800" b="1"/>
            </a:lvl3pPr>
            <a:lvl4pPr marL="1828800" lvl="3" indent="-228600" algn="l" rtl="0">
              <a:lnSpc>
                <a:spcPct val="90000"/>
              </a:lnSpc>
              <a:spcBef>
                <a:spcPts val="500"/>
              </a:spcBef>
              <a:spcAft>
                <a:spcPts val="0"/>
              </a:spcAft>
              <a:buClr>
                <a:schemeClr val="dk1"/>
              </a:buClr>
              <a:buSzPts val="1600"/>
              <a:buNone/>
              <a:defRPr sz="1600" b="1"/>
            </a:lvl4pPr>
            <a:lvl5pPr marL="2286000" lvl="4" indent="-228600" algn="l" rtl="0">
              <a:lnSpc>
                <a:spcPct val="90000"/>
              </a:lnSpc>
              <a:spcBef>
                <a:spcPts val="500"/>
              </a:spcBef>
              <a:spcAft>
                <a:spcPts val="0"/>
              </a:spcAft>
              <a:buClr>
                <a:schemeClr val="dk1"/>
              </a:buClr>
              <a:buSzPts val="1600"/>
              <a:buNone/>
              <a:defRPr sz="1600" b="1"/>
            </a:lvl5pPr>
            <a:lvl6pPr marL="2743200" lvl="5" indent="-228600" algn="l" rtl="0">
              <a:lnSpc>
                <a:spcPct val="90000"/>
              </a:lnSpc>
              <a:spcBef>
                <a:spcPts val="500"/>
              </a:spcBef>
              <a:spcAft>
                <a:spcPts val="0"/>
              </a:spcAft>
              <a:buClr>
                <a:schemeClr val="dk1"/>
              </a:buClr>
              <a:buSzPts val="1600"/>
              <a:buNone/>
              <a:defRPr sz="1600" b="1"/>
            </a:lvl6pPr>
            <a:lvl7pPr marL="3200400" lvl="6" indent="-228600" algn="l" rtl="0">
              <a:lnSpc>
                <a:spcPct val="90000"/>
              </a:lnSpc>
              <a:spcBef>
                <a:spcPts val="500"/>
              </a:spcBef>
              <a:spcAft>
                <a:spcPts val="0"/>
              </a:spcAft>
              <a:buClr>
                <a:schemeClr val="dk1"/>
              </a:buClr>
              <a:buSzPts val="1600"/>
              <a:buNone/>
              <a:defRPr sz="1600" b="1"/>
            </a:lvl7pPr>
            <a:lvl8pPr marL="3657600" lvl="7" indent="-228600" algn="l" rtl="0">
              <a:lnSpc>
                <a:spcPct val="90000"/>
              </a:lnSpc>
              <a:spcBef>
                <a:spcPts val="500"/>
              </a:spcBef>
              <a:spcAft>
                <a:spcPts val="0"/>
              </a:spcAft>
              <a:buClr>
                <a:schemeClr val="dk1"/>
              </a:buClr>
              <a:buSzPts val="1600"/>
              <a:buNone/>
              <a:defRPr sz="1600" b="1"/>
            </a:lvl8pPr>
            <a:lvl9pPr marL="4114800" lvl="8" indent="-228600" algn="l" rtl="0">
              <a:lnSpc>
                <a:spcPct val="90000"/>
              </a:lnSpc>
              <a:spcBef>
                <a:spcPts val="500"/>
              </a:spcBef>
              <a:spcAft>
                <a:spcPts val="0"/>
              </a:spcAft>
              <a:buClr>
                <a:schemeClr val="dk1"/>
              </a:buClr>
              <a:buSzPts val="1600"/>
              <a:buNone/>
              <a:defRPr sz="1600" b="1"/>
            </a:lvl9pPr>
          </a:lstStyle>
          <a:p>
            <a:pPr lvl="0"/>
            <a:r>
              <a:rPr lang="en-US"/>
              <a:t>Click to edit Master text styles</a:t>
            </a:r>
          </a:p>
        </p:txBody>
      </p:sp>
      <p:sp>
        <p:nvSpPr>
          <p:cNvPr id="871" name="Google Shape;871;p20"/>
          <p:cNvSpPr txBox="1">
            <a:spLocks noGrp="1"/>
          </p:cNvSpPr>
          <p:nvPr>
            <p:ph type="body" idx="4"/>
          </p:nvPr>
        </p:nvSpPr>
        <p:spPr>
          <a:xfrm>
            <a:off x="6172201"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872" name="Google Shape;872;p20"/>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73" name="Google Shape;873;p20"/>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74" name="Google Shape;874;p20"/>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24433535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Only" type="titleOnly" preserve="1">
  <p:cSld name="Title Only">
    <p:spTree>
      <p:nvGrpSpPr>
        <p:cNvPr id="1" name="Shape 875"/>
        <p:cNvGrpSpPr/>
        <p:nvPr/>
      </p:nvGrpSpPr>
      <p:grpSpPr>
        <a:xfrm>
          <a:off x="0" y="0"/>
          <a:ext cx="0" cy="0"/>
          <a:chOff x="0" y="0"/>
          <a:chExt cx="0" cy="0"/>
        </a:xfrm>
      </p:grpSpPr>
      <p:sp>
        <p:nvSpPr>
          <p:cNvPr id="876" name="Google Shape;876;p21"/>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77" name="Google Shape;877;p21"/>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78" name="Google Shape;878;p21"/>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79" name="Google Shape;879;p21"/>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245876347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reserve="1">
  <p:cSld name="Blank">
    <p:spTree>
      <p:nvGrpSpPr>
        <p:cNvPr id="1" name="Shape 880"/>
        <p:cNvGrpSpPr/>
        <p:nvPr/>
      </p:nvGrpSpPr>
      <p:grpSpPr>
        <a:xfrm>
          <a:off x="0" y="0"/>
          <a:ext cx="0" cy="0"/>
          <a:chOff x="0" y="0"/>
          <a:chExt cx="0" cy="0"/>
        </a:xfrm>
      </p:grpSpPr>
      <p:sp>
        <p:nvSpPr>
          <p:cNvPr id="881" name="Google Shape;881;p22"/>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82" name="Google Shape;882;p22"/>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83" name="Google Shape;883;p22"/>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9413940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ontent with Caption" type="objTx" preserve="1">
  <p:cSld name="Content with Caption">
    <p:spTree>
      <p:nvGrpSpPr>
        <p:cNvPr id="1" name="Shape 884"/>
        <p:cNvGrpSpPr/>
        <p:nvPr/>
      </p:nvGrpSpPr>
      <p:grpSpPr>
        <a:xfrm>
          <a:off x="0" y="0"/>
          <a:ext cx="0" cy="0"/>
          <a:chOff x="0" y="0"/>
          <a:chExt cx="0" cy="0"/>
        </a:xfrm>
      </p:grpSpPr>
      <p:sp>
        <p:nvSpPr>
          <p:cNvPr id="885" name="Google Shape;885;p23"/>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3200"/>
              <a:buFont typeface="Poppins"/>
              <a:buNone/>
              <a:defRPr sz="32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86" name="Google Shape;886;p23"/>
          <p:cNvSpPr txBox="1">
            <a:spLocks noGrp="1"/>
          </p:cNvSpPr>
          <p:nvPr>
            <p:ph type="body" idx="1"/>
          </p:nvPr>
        </p:nvSpPr>
        <p:spPr>
          <a:xfrm>
            <a:off x="5183188" y="987427"/>
            <a:ext cx="6172200" cy="4873500"/>
          </a:xfrm>
          <a:prstGeom prst="rect">
            <a:avLst/>
          </a:prstGeom>
          <a:noFill/>
          <a:ln>
            <a:noFill/>
          </a:ln>
        </p:spPr>
        <p:txBody>
          <a:bodyPr spcFirstLastPara="1" wrap="square" lIns="91425" tIns="45700" rIns="91425" bIns="45700" anchor="t" anchorCtr="0">
            <a:normAutofit/>
          </a:bodyPr>
          <a:lstStyle>
            <a:lvl1pPr marL="457200" lvl="0" indent="-431800" algn="l" rtl="0">
              <a:lnSpc>
                <a:spcPct val="90000"/>
              </a:lnSpc>
              <a:spcBef>
                <a:spcPts val="1000"/>
              </a:spcBef>
              <a:spcAft>
                <a:spcPts val="0"/>
              </a:spcAft>
              <a:buClr>
                <a:schemeClr val="dk1"/>
              </a:buClr>
              <a:buSzPts val="3200"/>
              <a:buChar char="•"/>
              <a:defRPr sz="3200"/>
            </a:lvl1pPr>
            <a:lvl2pPr marL="914400" lvl="1" indent="-406400" algn="l" rtl="0">
              <a:lnSpc>
                <a:spcPct val="90000"/>
              </a:lnSpc>
              <a:spcBef>
                <a:spcPts val="500"/>
              </a:spcBef>
              <a:spcAft>
                <a:spcPts val="0"/>
              </a:spcAft>
              <a:buClr>
                <a:schemeClr val="dk1"/>
              </a:buClr>
              <a:buSzPts val="2800"/>
              <a:buChar char="•"/>
              <a:defRPr sz="2800"/>
            </a:lvl2pPr>
            <a:lvl3pPr marL="1371600" lvl="2" indent="-381000" algn="l" rtl="0">
              <a:lnSpc>
                <a:spcPct val="90000"/>
              </a:lnSpc>
              <a:spcBef>
                <a:spcPts val="500"/>
              </a:spcBef>
              <a:spcAft>
                <a:spcPts val="0"/>
              </a:spcAft>
              <a:buClr>
                <a:schemeClr val="dk1"/>
              </a:buClr>
              <a:buSzPts val="2400"/>
              <a:buChar char="•"/>
              <a:defRPr sz="2400"/>
            </a:lvl3pPr>
            <a:lvl4pPr marL="1828800" lvl="3" indent="-355600" algn="l" rtl="0">
              <a:lnSpc>
                <a:spcPct val="90000"/>
              </a:lnSpc>
              <a:spcBef>
                <a:spcPts val="500"/>
              </a:spcBef>
              <a:spcAft>
                <a:spcPts val="0"/>
              </a:spcAft>
              <a:buClr>
                <a:schemeClr val="dk1"/>
              </a:buClr>
              <a:buSzPts val="2000"/>
              <a:buChar char="•"/>
              <a:defRPr sz="2000"/>
            </a:lvl4pPr>
            <a:lvl5pPr marL="2286000" lvl="4" indent="-355600" algn="l" rtl="0">
              <a:lnSpc>
                <a:spcPct val="90000"/>
              </a:lnSpc>
              <a:spcBef>
                <a:spcPts val="500"/>
              </a:spcBef>
              <a:spcAft>
                <a:spcPts val="0"/>
              </a:spcAft>
              <a:buClr>
                <a:schemeClr val="dk1"/>
              </a:buClr>
              <a:buSzPts val="2000"/>
              <a:buChar char="•"/>
              <a:defRPr sz="2000"/>
            </a:lvl5pPr>
            <a:lvl6pPr marL="2743200" lvl="5" indent="-355600" algn="l" rtl="0">
              <a:lnSpc>
                <a:spcPct val="90000"/>
              </a:lnSpc>
              <a:spcBef>
                <a:spcPts val="500"/>
              </a:spcBef>
              <a:spcAft>
                <a:spcPts val="0"/>
              </a:spcAft>
              <a:buClr>
                <a:schemeClr val="dk1"/>
              </a:buClr>
              <a:buSzPts val="2000"/>
              <a:buChar char="•"/>
              <a:defRPr sz="2000"/>
            </a:lvl6pPr>
            <a:lvl7pPr marL="3200400" lvl="6" indent="-355600" algn="l" rtl="0">
              <a:lnSpc>
                <a:spcPct val="90000"/>
              </a:lnSpc>
              <a:spcBef>
                <a:spcPts val="500"/>
              </a:spcBef>
              <a:spcAft>
                <a:spcPts val="0"/>
              </a:spcAft>
              <a:buClr>
                <a:schemeClr val="dk1"/>
              </a:buClr>
              <a:buSzPts val="2000"/>
              <a:buChar char="•"/>
              <a:defRPr sz="2000"/>
            </a:lvl7pPr>
            <a:lvl8pPr marL="3657600" lvl="7" indent="-355600" algn="l" rtl="0">
              <a:lnSpc>
                <a:spcPct val="90000"/>
              </a:lnSpc>
              <a:spcBef>
                <a:spcPts val="500"/>
              </a:spcBef>
              <a:spcAft>
                <a:spcPts val="0"/>
              </a:spcAft>
              <a:buClr>
                <a:schemeClr val="dk1"/>
              </a:buClr>
              <a:buSzPts val="2000"/>
              <a:buChar char="•"/>
              <a:defRPr sz="2000"/>
            </a:lvl8pPr>
            <a:lvl9pPr marL="4114800" lvl="8" indent="-355600" algn="l" rtl="0">
              <a:lnSpc>
                <a:spcPct val="90000"/>
              </a:lnSpc>
              <a:spcBef>
                <a:spcPts val="500"/>
              </a:spcBef>
              <a:spcAft>
                <a:spcPts val="0"/>
              </a:spcAft>
              <a:buClr>
                <a:schemeClr val="dk1"/>
              </a:buClr>
              <a:buSzPts val="2000"/>
              <a:buChar char="•"/>
              <a:defRPr sz="2000"/>
            </a:lvl9pPr>
          </a:lstStyle>
          <a:p>
            <a:pPr lvl="0"/>
            <a:r>
              <a:rPr lang="en-US"/>
              <a:t>Click to edit Master text styles</a:t>
            </a:r>
          </a:p>
        </p:txBody>
      </p:sp>
      <p:sp>
        <p:nvSpPr>
          <p:cNvPr id="887" name="Google Shape;887;p23"/>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chemeClr val="dk1"/>
              </a:buClr>
              <a:buSzPts val="1600"/>
              <a:buNone/>
              <a:defRPr sz="1600"/>
            </a:lvl1pPr>
            <a:lvl2pPr marL="914400" lvl="1" indent="-228600" algn="l" rtl="0">
              <a:lnSpc>
                <a:spcPct val="90000"/>
              </a:lnSpc>
              <a:spcBef>
                <a:spcPts val="500"/>
              </a:spcBef>
              <a:spcAft>
                <a:spcPts val="0"/>
              </a:spcAft>
              <a:buClr>
                <a:schemeClr val="dk1"/>
              </a:buClr>
              <a:buSzPts val="1400"/>
              <a:buNone/>
              <a:defRPr sz="1400"/>
            </a:lvl2pPr>
            <a:lvl3pPr marL="1371600" lvl="2" indent="-228600" algn="l" rtl="0">
              <a:lnSpc>
                <a:spcPct val="90000"/>
              </a:lnSpc>
              <a:spcBef>
                <a:spcPts val="500"/>
              </a:spcBef>
              <a:spcAft>
                <a:spcPts val="0"/>
              </a:spcAft>
              <a:buClr>
                <a:schemeClr val="dk1"/>
              </a:buClr>
              <a:buSzPts val="1200"/>
              <a:buNone/>
              <a:defRPr sz="1200"/>
            </a:lvl3pPr>
            <a:lvl4pPr marL="1828800" lvl="3" indent="-228600" algn="l" rtl="0">
              <a:lnSpc>
                <a:spcPct val="90000"/>
              </a:lnSpc>
              <a:spcBef>
                <a:spcPts val="500"/>
              </a:spcBef>
              <a:spcAft>
                <a:spcPts val="0"/>
              </a:spcAft>
              <a:buClr>
                <a:schemeClr val="dk1"/>
              </a:buClr>
              <a:buSzPts val="1000"/>
              <a:buNone/>
              <a:defRPr sz="1000"/>
            </a:lvl4pPr>
            <a:lvl5pPr marL="2286000" lvl="4" indent="-228600" algn="l" rtl="0">
              <a:lnSpc>
                <a:spcPct val="90000"/>
              </a:lnSpc>
              <a:spcBef>
                <a:spcPts val="500"/>
              </a:spcBef>
              <a:spcAft>
                <a:spcPts val="0"/>
              </a:spcAft>
              <a:buClr>
                <a:schemeClr val="dk1"/>
              </a:buClr>
              <a:buSzPts val="1000"/>
              <a:buNone/>
              <a:defRPr sz="1000"/>
            </a:lvl5pPr>
            <a:lvl6pPr marL="2743200" lvl="5" indent="-228600" algn="l" rtl="0">
              <a:lnSpc>
                <a:spcPct val="90000"/>
              </a:lnSpc>
              <a:spcBef>
                <a:spcPts val="500"/>
              </a:spcBef>
              <a:spcAft>
                <a:spcPts val="0"/>
              </a:spcAft>
              <a:buClr>
                <a:schemeClr val="dk1"/>
              </a:buClr>
              <a:buSzPts val="1000"/>
              <a:buNone/>
              <a:defRPr sz="1000"/>
            </a:lvl6pPr>
            <a:lvl7pPr marL="3200400" lvl="6" indent="-228600" algn="l" rtl="0">
              <a:lnSpc>
                <a:spcPct val="90000"/>
              </a:lnSpc>
              <a:spcBef>
                <a:spcPts val="500"/>
              </a:spcBef>
              <a:spcAft>
                <a:spcPts val="0"/>
              </a:spcAft>
              <a:buClr>
                <a:schemeClr val="dk1"/>
              </a:buClr>
              <a:buSzPts val="1000"/>
              <a:buNone/>
              <a:defRPr sz="1000"/>
            </a:lvl7pPr>
            <a:lvl8pPr marL="3657600" lvl="7" indent="-228600" algn="l" rtl="0">
              <a:lnSpc>
                <a:spcPct val="90000"/>
              </a:lnSpc>
              <a:spcBef>
                <a:spcPts val="500"/>
              </a:spcBef>
              <a:spcAft>
                <a:spcPts val="0"/>
              </a:spcAft>
              <a:buClr>
                <a:schemeClr val="dk1"/>
              </a:buClr>
              <a:buSzPts val="1000"/>
              <a:buNone/>
              <a:defRPr sz="1000"/>
            </a:lvl8pPr>
            <a:lvl9pPr marL="4114800" lvl="8" indent="-228600" algn="l" rtl="0">
              <a:lnSpc>
                <a:spcPct val="90000"/>
              </a:lnSpc>
              <a:spcBef>
                <a:spcPts val="500"/>
              </a:spcBef>
              <a:spcAft>
                <a:spcPts val="0"/>
              </a:spcAft>
              <a:buClr>
                <a:schemeClr val="dk1"/>
              </a:buClr>
              <a:buSzPts val="1000"/>
              <a:buNone/>
              <a:defRPr sz="1000"/>
            </a:lvl9pPr>
          </a:lstStyle>
          <a:p>
            <a:pPr lvl="0"/>
            <a:r>
              <a:rPr lang="en-US"/>
              <a:t>Click to edit Master text styles</a:t>
            </a:r>
          </a:p>
        </p:txBody>
      </p:sp>
      <p:sp>
        <p:nvSpPr>
          <p:cNvPr id="888" name="Google Shape;888;p23"/>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89" name="Google Shape;889;p23"/>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90" name="Google Shape;890;p23"/>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160804566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Picture with Caption" type="picTx" preserve="1">
  <p:cSld name="Picture with Caption">
    <p:spTree>
      <p:nvGrpSpPr>
        <p:cNvPr id="1" name="Shape 891"/>
        <p:cNvGrpSpPr/>
        <p:nvPr/>
      </p:nvGrpSpPr>
      <p:grpSpPr>
        <a:xfrm>
          <a:off x="0" y="0"/>
          <a:ext cx="0" cy="0"/>
          <a:chOff x="0" y="0"/>
          <a:chExt cx="0" cy="0"/>
        </a:xfrm>
      </p:grpSpPr>
      <p:sp>
        <p:nvSpPr>
          <p:cNvPr id="892" name="Google Shape;892;p24"/>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3200"/>
              <a:buFont typeface="Poppins"/>
              <a:buNone/>
              <a:defRPr sz="32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893" name="Google Shape;893;p24"/>
          <p:cNvSpPr>
            <a:spLocks noGrp="1"/>
          </p:cNvSpPr>
          <p:nvPr>
            <p:ph type="pic" idx="2"/>
          </p:nvPr>
        </p:nvSpPr>
        <p:spPr>
          <a:xfrm>
            <a:off x="5183188" y="987427"/>
            <a:ext cx="6172200" cy="4873500"/>
          </a:xfrm>
          <a:prstGeom prst="rect">
            <a:avLst/>
          </a:prstGeom>
          <a:noFill/>
          <a:ln>
            <a:noFill/>
          </a:ln>
        </p:spPr>
      </p:sp>
      <p:sp>
        <p:nvSpPr>
          <p:cNvPr id="894" name="Google Shape;894;p24"/>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chemeClr val="dk1"/>
              </a:buClr>
              <a:buSzPts val="1600"/>
              <a:buNone/>
              <a:defRPr sz="1600"/>
            </a:lvl1pPr>
            <a:lvl2pPr marL="914400" lvl="1" indent="-228600" algn="l" rtl="0">
              <a:lnSpc>
                <a:spcPct val="90000"/>
              </a:lnSpc>
              <a:spcBef>
                <a:spcPts val="500"/>
              </a:spcBef>
              <a:spcAft>
                <a:spcPts val="0"/>
              </a:spcAft>
              <a:buClr>
                <a:schemeClr val="dk1"/>
              </a:buClr>
              <a:buSzPts val="1400"/>
              <a:buNone/>
              <a:defRPr sz="1400"/>
            </a:lvl2pPr>
            <a:lvl3pPr marL="1371600" lvl="2" indent="-228600" algn="l" rtl="0">
              <a:lnSpc>
                <a:spcPct val="90000"/>
              </a:lnSpc>
              <a:spcBef>
                <a:spcPts val="500"/>
              </a:spcBef>
              <a:spcAft>
                <a:spcPts val="0"/>
              </a:spcAft>
              <a:buClr>
                <a:schemeClr val="dk1"/>
              </a:buClr>
              <a:buSzPts val="1200"/>
              <a:buNone/>
              <a:defRPr sz="1200"/>
            </a:lvl3pPr>
            <a:lvl4pPr marL="1828800" lvl="3" indent="-228600" algn="l" rtl="0">
              <a:lnSpc>
                <a:spcPct val="90000"/>
              </a:lnSpc>
              <a:spcBef>
                <a:spcPts val="500"/>
              </a:spcBef>
              <a:spcAft>
                <a:spcPts val="0"/>
              </a:spcAft>
              <a:buClr>
                <a:schemeClr val="dk1"/>
              </a:buClr>
              <a:buSzPts val="1000"/>
              <a:buNone/>
              <a:defRPr sz="1000"/>
            </a:lvl4pPr>
            <a:lvl5pPr marL="2286000" lvl="4" indent="-228600" algn="l" rtl="0">
              <a:lnSpc>
                <a:spcPct val="90000"/>
              </a:lnSpc>
              <a:spcBef>
                <a:spcPts val="500"/>
              </a:spcBef>
              <a:spcAft>
                <a:spcPts val="0"/>
              </a:spcAft>
              <a:buClr>
                <a:schemeClr val="dk1"/>
              </a:buClr>
              <a:buSzPts val="1000"/>
              <a:buNone/>
              <a:defRPr sz="1000"/>
            </a:lvl5pPr>
            <a:lvl6pPr marL="2743200" lvl="5" indent="-228600" algn="l" rtl="0">
              <a:lnSpc>
                <a:spcPct val="90000"/>
              </a:lnSpc>
              <a:spcBef>
                <a:spcPts val="500"/>
              </a:spcBef>
              <a:spcAft>
                <a:spcPts val="0"/>
              </a:spcAft>
              <a:buClr>
                <a:schemeClr val="dk1"/>
              </a:buClr>
              <a:buSzPts val="1000"/>
              <a:buNone/>
              <a:defRPr sz="1000"/>
            </a:lvl6pPr>
            <a:lvl7pPr marL="3200400" lvl="6" indent="-228600" algn="l" rtl="0">
              <a:lnSpc>
                <a:spcPct val="90000"/>
              </a:lnSpc>
              <a:spcBef>
                <a:spcPts val="500"/>
              </a:spcBef>
              <a:spcAft>
                <a:spcPts val="0"/>
              </a:spcAft>
              <a:buClr>
                <a:schemeClr val="dk1"/>
              </a:buClr>
              <a:buSzPts val="1000"/>
              <a:buNone/>
              <a:defRPr sz="1000"/>
            </a:lvl7pPr>
            <a:lvl8pPr marL="3657600" lvl="7" indent="-228600" algn="l" rtl="0">
              <a:lnSpc>
                <a:spcPct val="90000"/>
              </a:lnSpc>
              <a:spcBef>
                <a:spcPts val="500"/>
              </a:spcBef>
              <a:spcAft>
                <a:spcPts val="0"/>
              </a:spcAft>
              <a:buClr>
                <a:schemeClr val="dk1"/>
              </a:buClr>
              <a:buSzPts val="1000"/>
              <a:buNone/>
              <a:defRPr sz="1000"/>
            </a:lvl8pPr>
            <a:lvl9pPr marL="4114800" lvl="8" indent="-228600" algn="l" rtl="0">
              <a:lnSpc>
                <a:spcPct val="90000"/>
              </a:lnSpc>
              <a:spcBef>
                <a:spcPts val="500"/>
              </a:spcBef>
              <a:spcAft>
                <a:spcPts val="0"/>
              </a:spcAft>
              <a:buClr>
                <a:schemeClr val="dk1"/>
              </a:buClr>
              <a:buSzPts val="1000"/>
              <a:buNone/>
              <a:defRPr sz="1000"/>
            </a:lvl9pPr>
          </a:lstStyle>
          <a:p>
            <a:pPr lvl="0"/>
            <a:r>
              <a:rPr lang="en-US"/>
              <a:t>Click to edit Master text styles</a:t>
            </a:r>
          </a:p>
        </p:txBody>
      </p:sp>
      <p:sp>
        <p:nvSpPr>
          <p:cNvPr id="895" name="Google Shape;895;p24"/>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96" name="Google Shape;896;p24"/>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897" name="Google Shape;897;p24"/>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86186496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Vertical Text" type="vertTx" preserve="1">
  <p:cSld name="Title and Vertical Text">
    <p:spTree>
      <p:nvGrpSpPr>
        <p:cNvPr id="1" name="Shape 898"/>
        <p:cNvGrpSpPr/>
        <p:nvPr/>
      </p:nvGrpSpPr>
      <p:grpSpPr>
        <a:xfrm>
          <a:off x="0" y="0"/>
          <a:ext cx="0" cy="0"/>
          <a:chOff x="0" y="0"/>
          <a:chExt cx="0" cy="0"/>
        </a:xfrm>
      </p:grpSpPr>
      <p:sp>
        <p:nvSpPr>
          <p:cNvPr id="899" name="Google Shape;899;p25"/>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900" name="Google Shape;900;p25"/>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901" name="Google Shape;901;p25"/>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02" name="Google Shape;902;p25"/>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03" name="Google Shape;903;p25"/>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2169851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Vertical Title and Text" type="vertTitleAndTx" preserve="1">
  <p:cSld name="Vertical Title and Text">
    <p:spTree>
      <p:nvGrpSpPr>
        <p:cNvPr id="1" name="Shape 904"/>
        <p:cNvGrpSpPr/>
        <p:nvPr/>
      </p:nvGrpSpPr>
      <p:grpSpPr>
        <a:xfrm>
          <a:off x="0" y="0"/>
          <a:ext cx="0" cy="0"/>
          <a:chOff x="0" y="0"/>
          <a:chExt cx="0" cy="0"/>
        </a:xfrm>
      </p:grpSpPr>
      <p:sp>
        <p:nvSpPr>
          <p:cNvPr id="905" name="Google Shape;905;p26"/>
          <p:cNvSpPr txBox="1">
            <a:spLocks noGrp="1"/>
          </p:cNvSpPr>
          <p:nvPr>
            <p:ph type="title"/>
          </p:nvPr>
        </p:nvSpPr>
        <p:spPr>
          <a:xfrm rot="5400000">
            <a:off x="7133401" y="1956625"/>
            <a:ext cx="5811900" cy="26289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906" name="Google Shape;906;p26"/>
          <p:cNvSpPr txBox="1">
            <a:spLocks noGrp="1"/>
          </p:cNvSpPr>
          <p:nvPr>
            <p:ph type="body" idx="1"/>
          </p:nvPr>
        </p:nvSpPr>
        <p:spPr>
          <a:xfrm rot="5400000">
            <a:off x="1799401"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907" name="Google Shape;907;p26"/>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08" name="Google Shape;908;p26"/>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09" name="Google Shape;909;p26"/>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9815380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29374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Slide" preserve="1">
  <p:cSld name="Title Slide">
    <p:spTree>
      <p:nvGrpSpPr>
        <p:cNvPr id="1" name="Shape 919"/>
        <p:cNvGrpSpPr/>
        <p:nvPr/>
      </p:nvGrpSpPr>
      <p:grpSpPr>
        <a:xfrm>
          <a:off x="0" y="0"/>
          <a:ext cx="0" cy="0"/>
          <a:chOff x="0" y="0"/>
          <a:chExt cx="0" cy="0"/>
        </a:xfrm>
      </p:grpSpPr>
      <p:sp>
        <p:nvSpPr>
          <p:cNvPr id="920" name="Google Shape;920;p28"/>
          <p:cNvSpPr txBox="1">
            <a:spLocks noGrp="1"/>
          </p:cNvSpPr>
          <p:nvPr>
            <p:ph type="ctrTitle"/>
          </p:nvPr>
        </p:nvSpPr>
        <p:spPr>
          <a:xfrm>
            <a:off x="3482340" y="3911285"/>
            <a:ext cx="9144000" cy="12780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lt1"/>
              </a:buClr>
              <a:buSzPts val="6000"/>
              <a:buFont typeface="Garamond"/>
              <a:buNone/>
              <a:defRPr sz="6000">
                <a:solidFill>
                  <a:schemeClr val="lt1"/>
                </a:solidFill>
                <a:latin typeface="Garamond"/>
                <a:ea typeface="Garamond"/>
                <a:cs typeface="Garamond"/>
                <a:sym typeface="Garamond"/>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Tree>
    <p:extLst>
      <p:ext uri="{BB962C8B-B14F-4D97-AF65-F5344CB8AC3E}">
        <p14:creationId xmlns:p14="http://schemas.microsoft.com/office/powerpoint/2010/main" val="291531470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139603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Slide" preserve="1">
  <p:cSld name="Title Slide">
    <p:spTree>
      <p:nvGrpSpPr>
        <p:cNvPr id="1" name="Shape 933"/>
        <p:cNvGrpSpPr/>
        <p:nvPr/>
      </p:nvGrpSpPr>
      <p:grpSpPr>
        <a:xfrm>
          <a:off x="0" y="0"/>
          <a:ext cx="0" cy="0"/>
          <a:chOff x="0" y="0"/>
          <a:chExt cx="0" cy="0"/>
        </a:xfrm>
      </p:grpSpPr>
      <p:sp>
        <p:nvSpPr>
          <p:cNvPr id="934" name="Google Shape;934;p30"/>
          <p:cNvSpPr txBox="1">
            <a:spLocks noGrp="1"/>
          </p:cNvSpPr>
          <p:nvPr>
            <p:ph type="ctrTitle"/>
          </p:nvPr>
        </p:nvSpPr>
        <p:spPr>
          <a:xfrm>
            <a:off x="3482340" y="3911285"/>
            <a:ext cx="9144000" cy="12780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lt1"/>
              </a:buClr>
              <a:buSzPts val="6000"/>
              <a:buFont typeface="Garamond"/>
              <a:buNone/>
              <a:defRPr sz="6000">
                <a:solidFill>
                  <a:schemeClr val="lt1"/>
                </a:solidFill>
                <a:latin typeface="Garamond"/>
                <a:ea typeface="Garamond"/>
                <a:cs typeface="Garamond"/>
                <a:sym typeface="Garamond"/>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Tree>
    <p:extLst>
      <p:ext uri="{BB962C8B-B14F-4D97-AF65-F5344CB8AC3E}">
        <p14:creationId xmlns:p14="http://schemas.microsoft.com/office/powerpoint/2010/main" val="330239030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1_Title Slide" type="title" preserve="1">
  <p:cSld name="1_Title Slide">
    <p:spTree>
      <p:nvGrpSpPr>
        <p:cNvPr id="1" name="Shape 935"/>
        <p:cNvGrpSpPr/>
        <p:nvPr/>
      </p:nvGrpSpPr>
      <p:grpSpPr>
        <a:xfrm>
          <a:off x="0" y="0"/>
          <a:ext cx="0" cy="0"/>
          <a:chOff x="0" y="0"/>
          <a:chExt cx="0" cy="0"/>
        </a:xfrm>
      </p:grpSpPr>
      <p:sp>
        <p:nvSpPr>
          <p:cNvPr id="936" name="Google Shape;936;p31"/>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rtl="0">
              <a:lnSpc>
                <a:spcPct val="90000"/>
              </a:lnSpc>
              <a:spcBef>
                <a:spcPts val="0"/>
              </a:spcBef>
              <a:spcAft>
                <a:spcPts val="0"/>
              </a:spcAft>
              <a:buClr>
                <a:schemeClr val="dk1"/>
              </a:buClr>
              <a:buSzPts val="6000"/>
              <a:buFont typeface="Poppins"/>
              <a:buNone/>
              <a:defRPr sz="6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937" name="Google Shape;937;p31"/>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rtl="0">
              <a:lnSpc>
                <a:spcPct val="90000"/>
              </a:lnSpc>
              <a:spcBef>
                <a:spcPts val="1000"/>
              </a:spcBef>
              <a:spcAft>
                <a:spcPts val="0"/>
              </a:spcAft>
              <a:buClr>
                <a:schemeClr val="dk1"/>
              </a:buClr>
              <a:buSzPts val="2400"/>
              <a:buNone/>
              <a:defRPr sz="2400"/>
            </a:lvl1pPr>
            <a:lvl2pPr lvl="1" algn="ctr" rtl="0">
              <a:lnSpc>
                <a:spcPct val="90000"/>
              </a:lnSpc>
              <a:spcBef>
                <a:spcPts val="500"/>
              </a:spcBef>
              <a:spcAft>
                <a:spcPts val="0"/>
              </a:spcAft>
              <a:buClr>
                <a:schemeClr val="dk1"/>
              </a:buClr>
              <a:buSzPts val="2000"/>
              <a:buNone/>
              <a:defRPr sz="2000"/>
            </a:lvl2pPr>
            <a:lvl3pPr lvl="2" algn="ctr" rtl="0">
              <a:lnSpc>
                <a:spcPct val="90000"/>
              </a:lnSpc>
              <a:spcBef>
                <a:spcPts val="500"/>
              </a:spcBef>
              <a:spcAft>
                <a:spcPts val="0"/>
              </a:spcAft>
              <a:buClr>
                <a:schemeClr val="dk1"/>
              </a:buClr>
              <a:buSzPts val="1800"/>
              <a:buNone/>
              <a:defRPr sz="1800"/>
            </a:lvl3pPr>
            <a:lvl4pPr lvl="3" algn="ctr" rtl="0">
              <a:lnSpc>
                <a:spcPct val="90000"/>
              </a:lnSpc>
              <a:spcBef>
                <a:spcPts val="500"/>
              </a:spcBef>
              <a:spcAft>
                <a:spcPts val="0"/>
              </a:spcAft>
              <a:buClr>
                <a:schemeClr val="dk1"/>
              </a:buClr>
              <a:buSzPts val="1600"/>
              <a:buNone/>
              <a:defRPr sz="1600"/>
            </a:lvl4pPr>
            <a:lvl5pPr lvl="4" algn="ctr" rtl="0">
              <a:lnSpc>
                <a:spcPct val="90000"/>
              </a:lnSpc>
              <a:spcBef>
                <a:spcPts val="500"/>
              </a:spcBef>
              <a:spcAft>
                <a:spcPts val="0"/>
              </a:spcAft>
              <a:buClr>
                <a:schemeClr val="dk1"/>
              </a:buClr>
              <a:buSzPts val="1600"/>
              <a:buNone/>
              <a:defRPr sz="1600"/>
            </a:lvl5pPr>
            <a:lvl6pPr lvl="5" algn="ctr" rtl="0">
              <a:lnSpc>
                <a:spcPct val="90000"/>
              </a:lnSpc>
              <a:spcBef>
                <a:spcPts val="500"/>
              </a:spcBef>
              <a:spcAft>
                <a:spcPts val="0"/>
              </a:spcAft>
              <a:buClr>
                <a:schemeClr val="dk1"/>
              </a:buClr>
              <a:buSzPts val="1600"/>
              <a:buNone/>
              <a:defRPr sz="1600"/>
            </a:lvl6pPr>
            <a:lvl7pPr lvl="6" algn="ctr" rtl="0">
              <a:lnSpc>
                <a:spcPct val="90000"/>
              </a:lnSpc>
              <a:spcBef>
                <a:spcPts val="500"/>
              </a:spcBef>
              <a:spcAft>
                <a:spcPts val="0"/>
              </a:spcAft>
              <a:buClr>
                <a:schemeClr val="dk1"/>
              </a:buClr>
              <a:buSzPts val="1600"/>
              <a:buNone/>
              <a:defRPr sz="1600"/>
            </a:lvl7pPr>
            <a:lvl8pPr lvl="7" algn="ctr" rtl="0">
              <a:lnSpc>
                <a:spcPct val="90000"/>
              </a:lnSpc>
              <a:spcBef>
                <a:spcPts val="500"/>
              </a:spcBef>
              <a:spcAft>
                <a:spcPts val="0"/>
              </a:spcAft>
              <a:buClr>
                <a:schemeClr val="dk1"/>
              </a:buClr>
              <a:buSzPts val="1600"/>
              <a:buNone/>
              <a:defRPr sz="1600"/>
            </a:lvl8pPr>
            <a:lvl9pPr lvl="8" algn="ctr" rtl="0">
              <a:lnSpc>
                <a:spcPct val="90000"/>
              </a:lnSpc>
              <a:spcBef>
                <a:spcPts val="500"/>
              </a:spcBef>
              <a:spcAft>
                <a:spcPts val="0"/>
              </a:spcAft>
              <a:buClr>
                <a:schemeClr val="dk1"/>
              </a:buClr>
              <a:buSzPts val="1600"/>
              <a:buNone/>
              <a:defRPr sz="1600"/>
            </a:lvl9pPr>
          </a:lstStyle>
          <a:p>
            <a:r>
              <a:rPr lang="en-US"/>
              <a:t>Click to edit Master subtitle style</a:t>
            </a:r>
            <a:endParaRPr/>
          </a:p>
        </p:txBody>
      </p:sp>
      <p:sp>
        <p:nvSpPr>
          <p:cNvPr id="938" name="Google Shape;938;p31"/>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39" name="Google Shape;939;p31"/>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40" name="Google Shape;940;p31"/>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3608258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Slide" type="title" preserve="1">
  <p:cSld name="Title Slide">
    <p:spTree>
      <p:nvGrpSpPr>
        <p:cNvPr id="1" name="Shape 950"/>
        <p:cNvGrpSpPr/>
        <p:nvPr/>
      </p:nvGrpSpPr>
      <p:grpSpPr>
        <a:xfrm>
          <a:off x="0" y="0"/>
          <a:ext cx="0" cy="0"/>
          <a:chOff x="0" y="0"/>
          <a:chExt cx="0" cy="0"/>
        </a:xfrm>
      </p:grpSpPr>
      <p:sp>
        <p:nvSpPr>
          <p:cNvPr id="951" name="Google Shape;951;p33"/>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rtl="0">
              <a:lnSpc>
                <a:spcPct val="90000"/>
              </a:lnSpc>
              <a:spcBef>
                <a:spcPts val="0"/>
              </a:spcBef>
              <a:spcAft>
                <a:spcPts val="0"/>
              </a:spcAft>
              <a:buClr>
                <a:schemeClr val="dk1"/>
              </a:buClr>
              <a:buSzPts val="6000"/>
              <a:buFont typeface="Poppins"/>
              <a:buNone/>
              <a:defRPr sz="6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952" name="Google Shape;952;p33"/>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rtl="0">
              <a:lnSpc>
                <a:spcPct val="90000"/>
              </a:lnSpc>
              <a:spcBef>
                <a:spcPts val="1000"/>
              </a:spcBef>
              <a:spcAft>
                <a:spcPts val="0"/>
              </a:spcAft>
              <a:buClr>
                <a:schemeClr val="dk1"/>
              </a:buClr>
              <a:buSzPts val="2400"/>
              <a:buNone/>
              <a:defRPr sz="2400"/>
            </a:lvl1pPr>
            <a:lvl2pPr lvl="1" algn="ctr" rtl="0">
              <a:lnSpc>
                <a:spcPct val="90000"/>
              </a:lnSpc>
              <a:spcBef>
                <a:spcPts val="500"/>
              </a:spcBef>
              <a:spcAft>
                <a:spcPts val="0"/>
              </a:spcAft>
              <a:buClr>
                <a:schemeClr val="dk1"/>
              </a:buClr>
              <a:buSzPts val="2000"/>
              <a:buNone/>
              <a:defRPr sz="2000"/>
            </a:lvl2pPr>
            <a:lvl3pPr lvl="2" algn="ctr" rtl="0">
              <a:lnSpc>
                <a:spcPct val="90000"/>
              </a:lnSpc>
              <a:spcBef>
                <a:spcPts val="500"/>
              </a:spcBef>
              <a:spcAft>
                <a:spcPts val="0"/>
              </a:spcAft>
              <a:buClr>
                <a:schemeClr val="dk1"/>
              </a:buClr>
              <a:buSzPts val="1800"/>
              <a:buNone/>
              <a:defRPr sz="1800"/>
            </a:lvl3pPr>
            <a:lvl4pPr lvl="3" algn="ctr" rtl="0">
              <a:lnSpc>
                <a:spcPct val="90000"/>
              </a:lnSpc>
              <a:spcBef>
                <a:spcPts val="500"/>
              </a:spcBef>
              <a:spcAft>
                <a:spcPts val="0"/>
              </a:spcAft>
              <a:buClr>
                <a:schemeClr val="dk1"/>
              </a:buClr>
              <a:buSzPts val="1600"/>
              <a:buNone/>
              <a:defRPr sz="1600"/>
            </a:lvl4pPr>
            <a:lvl5pPr lvl="4" algn="ctr" rtl="0">
              <a:lnSpc>
                <a:spcPct val="90000"/>
              </a:lnSpc>
              <a:spcBef>
                <a:spcPts val="500"/>
              </a:spcBef>
              <a:spcAft>
                <a:spcPts val="0"/>
              </a:spcAft>
              <a:buClr>
                <a:schemeClr val="dk1"/>
              </a:buClr>
              <a:buSzPts val="1600"/>
              <a:buNone/>
              <a:defRPr sz="1600"/>
            </a:lvl5pPr>
            <a:lvl6pPr lvl="5" algn="ctr" rtl="0">
              <a:lnSpc>
                <a:spcPct val="90000"/>
              </a:lnSpc>
              <a:spcBef>
                <a:spcPts val="500"/>
              </a:spcBef>
              <a:spcAft>
                <a:spcPts val="0"/>
              </a:spcAft>
              <a:buClr>
                <a:schemeClr val="dk1"/>
              </a:buClr>
              <a:buSzPts val="1600"/>
              <a:buNone/>
              <a:defRPr sz="1600"/>
            </a:lvl6pPr>
            <a:lvl7pPr lvl="6" algn="ctr" rtl="0">
              <a:lnSpc>
                <a:spcPct val="90000"/>
              </a:lnSpc>
              <a:spcBef>
                <a:spcPts val="500"/>
              </a:spcBef>
              <a:spcAft>
                <a:spcPts val="0"/>
              </a:spcAft>
              <a:buClr>
                <a:schemeClr val="dk1"/>
              </a:buClr>
              <a:buSzPts val="1600"/>
              <a:buNone/>
              <a:defRPr sz="1600"/>
            </a:lvl7pPr>
            <a:lvl8pPr lvl="7" algn="ctr" rtl="0">
              <a:lnSpc>
                <a:spcPct val="90000"/>
              </a:lnSpc>
              <a:spcBef>
                <a:spcPts val="500"/>
              </a:spcBef>
              <a:spcAft>
                <a:spcPts val="0"/>
              </a:spcAft>
              <a:buClr>
                <a:schemeClr val="dk1"/>
              </a:buClr>
              <a:buSzPts val="1600"/>
              <a:buNone/>
              <a:defRPr sz="1600"/>
            </a:lvl8pPr>
            <a:lvl9pPr lvl="8" algn="ctr" rtl="0">
              <a:lnSpc>
                <a:spcPct val="90000"/>
              </a:lnSpc>
              <a:spcBef>
                <a:spcPts val="500"/>
              </a:spcBef>
              <a:spcAft>
                <a:spcPts val="0"/>
              </a:spcAft>
              <a:buClr>
                <a:schemeClr val="dk1"/>
              </a:buClr>
              <a:buSzPts val="1600"/>
              <a:buNone/>
              <a:defRPr sz="1600"/>
            </a:lvl9pPr>
          </a:lstStyle>
          <a:p>
            <a:r>
              <a:rPr lang="en-US"/>
              <a:t>Click to edit Master subtitle style</a:t>
            </a:r>
            <a:endParaRPr/>
          </a:p>
        </p:txBody>
      </p:sp>
      <p:sp>
        <p:nvSpPr>
          <p:cNvPr id="953" name="Google Shape;953;p33"/>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54" name="Google Shape;954;p33"/>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55" name="Google Shape;955;p33"/>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400552646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Content" type="obj" preserve="1">
  <p:cSld name="Title and Content">
    <p:spTree>
      <p:nvGrpSpPr>
        <p:cNvPr id="1" name="Shape 956"/>
        <p:cNvGrpSpPr/>
        <p:nvPr/>
      </p:nvGrpSpPr>
      <p:grpSpPr>
        <a:xfrm>
          <a:off x="0" y="0"/>
          <a:ext cx="0" cy="0"/>
          <a:chOff x="0" y="0"/>
          <a:chExt cx="0" cy="0"/>
        </a:xfrm>
      </p:grpSpPr>
      <p:sp>
        <p:nvSpPr>
          <p:cNvPr id="957" name="Google Shape;957;p34"/>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958" name="Google Shape;958;p34"/>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406400" algn="l" rtl="0">
              <a:lnSpc>
                <a:spcPct val="90000"/>
              </a:lnSpc>
              <a:spcBef>
                <a:spcPts val="1000"/>
              </a:spcBef>
              <a:spcAft>
                <a:spcPts val="0"/>
              </a:spcAft>
              <a:buClr>
                <a:schemeClr val="dk1"/>
              </a:buClr>
              <a:buSzPts val="2800"/>
              <a:buChar char="•"/>
              <a:defRPr>
                <a:latin typeface="Avenir"/>
                <a:ea typeface="Avenir"/>
                <a:cs typeface="Avenir"/>
                <a:sym typeface="Avenir"/>
              </a:defRPr>
            </a:lvl1pPr>
            <a:lvl2pPr marL="914400" lvl="1" indent="-381000" algn="l" rtl="0">
              <a:lnSpc>
                <a:spcPct val="90000"/>
              </a:lnSpc>
              <a:spcBef>
                <a:spcPts val="500"/>
              </a:spcBef>
              <a:spcAft>
                <a:spcPts val="0"/>
              </a:spcAft>
              <a:buClr>
                <a:schemeClr val="dk1"/>
              </a:buClr>
              <a:buSzPts val="2400"/>
              <a:buChar char="•"/>
              <a:defRPr>
                <a:latin typeface="Avenir"/>
                <a:ea typeface="Avenir"/>
                <a:cs typeface="Avenir"/>
                <a:sym typeface="Avenir"/>
              </a:defRPr>
            </a:lvl2pPr>
            <a:lvl3pPr marL="1371600" lvl="2" indent="-355600" algn="l" rtl="0">
              <a:lnSpc>
                <a:spcPct val="90000"/>
              </a:lnSpc>
              <a:spcBef>
                <a:spcPts val="500"/>
              </a:spcBef>
              <a:spcAft>
                <a:spcPts val="0"/>
              </a:spcAft>
              <a:buClr>
                <a:schemeClr val="dk1"/>
              </a:buClr>
              <a:buSzPts val="2000"/>
              <a:buChar char="•"/>
              <a:defRPr>
                <a:latin typeface="Avenir"/>
                <a:ea typeface="Avenir"/>
                <a:cs typeface="Avenir"/>
                <a:sym typeface="Avenir"/>
              </a:defRPr>
            </a:lvl3pPr>
            <a:lvl4pPr marL="1828800" lvl="3" indent="-342900" algn="l" rtl="0">
              <a:lnSpc>
                <a:spcPct val="90000"/>
              </a:lnSpc>
              <a:spcBef>
                <a:spcPts val="500"/>
              </a:spcBef>
              <a:spcAft>
                <a:spcPts val="0"/>
              </a:spcAft>
              <a:buClr>
                <a:schemeClr val="dk1"/>
              </a:buClr>
              <a:buSzPts val="1800"/>
              <a:buChar char="•"/>
              <a:defRPr>
                <a:latin typeface="Avenir"/>
                <a:ea typeface="Avenir"/>
                <a:cs typeface="Avenir"/>
                <a:sym typeface="Avenir"/>
              </a:defRPr>
            </a:lvl4pPr>
            <a:lvl5pPr marL="2286000" lvl="4" indent="-342900" algn="l" rtl="0">
              <a:lnSpc>
                <a:spcPct val="90000"/>
              </a:lnSpc>
              <a:spcBef>
                <a:spcPts val="500"/>
              </a:spcBef>
              <a:spcAft>
                <a:spcPts val="0"/>
              </a:spcAft>
              <a:buClr>
                <a:schemeClr val="dk1"/>
              </a:buClr>
              <a:buSzPts val="1800"/>
              <a:buChar char="•"/>
              <a:defRPr>
                <a:latin typeface="Avenir"/>
                <a:ea typeface="Avenir"/>
                <a:cs typeface="Avenir"/>
                <a:sym typeface="Aveni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959" name="Google Shape;959;p34"/>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60" name="Google Shape;960;p34"/>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61" name="Google Shape;961;p34"/>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51764857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Section Header" type="secHead" preserve="1">
  <p:cSld name="Section Header">
    <p:spTree>
      <p:nvGrpSpPr>
        <p:cNvPr id="1" name="Shape 962"/>
        <p:cNvGrpSpPr/>
        <p:nvPr/>
      </p:nvGrpSpPr>
      <p:grpSpPr>
        <a:xfrm>
          <a:off x="0" y="0"/>
          <a:ext cx="0" cy="0"/>
          <a:chOff x="0" y="0"/>
          <a:chExt cx="0" cy="0"/>
        </a:xfrm>
      </p:grpSpPr>
      <p:sp>
        <p:nvSpPr>
          <p:cNvPr id="963" name="Google Shape;963;p35"/>
          <p:cNvSpPr txBox="1">
            <a:spLocks noGrp="1"/>
          </p:cNvSpPr>
          <p:nvPr>
            <p:ph type="title"/>
          </p:nvPr>
        </p:nvSpPr>
        <p:spPr>
          <a:xfrm>
            <a:off x="831851" y="1709740"/>
            <a:ext cx="10515600" cy="28527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6000"/>
              <a:buFont typeface="Poppins"/>
              <a:buNone/>
              <a:defRPr sz="60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964" name="Google Shape;964;p35"/>
          <p:cNvSpPr txBox="1">
            <a:spLocks noGrp="1"/>
          </p:cNvSpPr>
          <p:nvPr>
            <p:ph type="body" idx="1"/>
          </p:nvPr>
        </p:nvSpPr>
        <p:spPr>
          <a:xfrm>
            <a:off x="831851" y="4589465"/>
            <a:ext cx="10515600" cy="15003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rgbClr val="888888"/>
              </a:buClr>
              <a:buSzPts val="2400"/>
              <a:buNone/>
              <a:defRPr sz="2400">
                <a:solidFill>
                  <a:srgbClr val="888888"/>
                </a:solidFill>
              </a:defRPr>
            </a:lvl1pPr>
            <a:lvl2pPr marL="914400" lvl="1" indent="-228600" algn="l" rtl="0">
              <a:lnSpc>
                <a:spcPct val="90000"/>
              </a:lnSpc>
              <a:spcBef>
                <a:spcPts val="500"/>
              </a:spcBef>
              <a:spcAft>
                <a:spcPts val="0"/>
              </a:spcAft>
              <a:buClr>
                <a:srgbClr val="888888"/>
              </a:buClr>
              <a:buSzPts val="2000"/>
              <a:buNone/>
              <a:defRPr sz="2000">
                <a:solidFill>
                  <a:srgbClr val="888888"/>
                </a:solidFill>
              </a:defRPr>
            </a:lvl2pPr>
            <a:lvl3pPr marL="1371600" lvl="2" indent="-228600" algn="l" rtl="0">
              <a:lnSpc>
                <a:spcPct val="90000"/>
              </a:lnSpc>
              <a:spcBef>
                <a:spcPts val="500"/>
              </a:spcBef>
              <a:spcAft>
                <a:spcPts val="0"/>
              </a:spcAft>
              <a:buClr>
                <a:srgbClr val="888888"/>
              </a:buClr>
              <a:buSzPts val="1800"/>
              <a:buNone/>
              <a:defRPr sz="1800">
                <a:solidFill>
                  <a:srgbClr val="888888"/>
                </a:solidFill>
              </a:defRPr>
            </a:lvl3pPr>
            <a:lvl4pPr marL="1828800" lvl="3" indent="-228600" algn="l" rtl="0">
              <a:lnSpc>
                <a:spcPct val="90000"/>
              </a:lnSpc>
              <a:spcBef>
                <a:spcPts val="500"/>
              </a:spcBef>
              <a:spcAft>
                <a:spcPts val="0"/>
              </a:spcAft>
              <a:buClr>
                <a:srgbClr val="888888"/>
              </a:buClr>
              <a:buSzPts val="1600"/>
              <a:buNone/>
              <a:defRPr sz="1600">
                <a:solidFill>
                  <a:srgbClr val="888888"/>
                </a:solidFill>
              </a:defRPr>
            </a:lvl4pPr>
            <a:lvl5pPr marL="2286000" lvl="4" indent="-228600" algn="l" rtl="0">
              <a:lnSpc>
                <a:spcPct val="90000"/>
              </a:lnSpc>
              <a:spcBef>
                <a:spcPts val="500"/>
              </a:spcBef>
              <a:spcAft>
                <a:spcPts val="0"/>
              </a:spcAft>
              <a:buClr>
                <a:srgbClr val="888888"/>
              </a:buClr>
              <a:buSzPts val="1600"/>
              <a:buNone/>
              <a:defRPr sz="1600">
                <a:solidFill>
                  <a:srgbClr val="888888"/>
                </a:solidFill>
              </a:defRPr>
            </a:lvl5pPr>
            <a:lvl6pPr marL="2743200" lvl="5" indent="-228600" algn="l" rtl="0">
              <a:lnSpc>
                <a:spcPct val="90000"/>
              </a:lnSpc>
              <a:spcBef>
                <a:spcPts val="500"/>
              </a:spcBef>
              <a:spcAft>
                <a:spcPts val="0"/>
              </a:spcAft>
              <a:buClr>
                <a:srgbClr val="888888"/>
              </a:buClr>
              <a:buSzPts val="1600"/>
              <a:buNone/>
              <a:defRPr sz="1600">
                <a:solidFill>
                  <a:srgbClr val="888888"/>
                </a:solidFill>
              </a:defRPr>
            </a:lvl6pPr>
            <a:lvl7pPr marL="3200400" lvl="6" indent="-228600" algn="l" rtl="0">
              <a:lnSpc>
                <a:spcPct val="90000"/>
              </a:lnSpc>
              <a:spcBef>
                <a:spcPts val="500"/>
              </a:spcBef>
              <a:spcAft>
                <a:spcPts val="0"/>
              </a:spcAft>
              <a:buClr>
                <a:srgbClr val="888888"/>
              </a:buClr>
              <a:buSzPts val="1600"/>
              <a:buNone/>
              <a:defRPr sz="1600">
                <a:solidFill>
                  <a:srgbClr val="888888"/>
                </a:solidFill>
              </a:defRPr>
            </a:lvl7pPr>
            <a:lvl8pPr marL="3657600" lvl="7" indent="-228600" algn="l" rtl="0">
              <a:lnSpc>
                <a:spcPct val="90000"/>
              </a:lnSpc>
              <a:spcBef>
                <a:spcPts val="500"/>
              </a:spcBef>
              <a:spcAft>
                <a:spcPts val="0"/>
              </a:spcAft>
              <a:buClr>
                <a:srgbClr val="888888"/>
              </a:buClr>
              <a:buSzPts val="1600"/>
              <a:buNone/>
              <a:defRPr sz="1600">
                <a:solidFill>
                  <a:srgbClr val="888888"/>
                </a:solidFill>
              </a:defRPr>
            </a:lvl8pPr>
            <a:lvl9pPr marL="4114800" lvl="8" indent="-228600" algn="l" rtl="0">
              <a:lnSpc>
                <a:spcPct val="90000"/>
              </a:lnSpc>
              <a:spcBef>
                <a:spcPts val="500"/>
              </a:spcBef>
              <a:spcAft>
                <a:spcPts val="0"/>
              </a:spcAft>
              <a:buClr>
                <a:srgbClr val="888888"/>
              </a:buClr>
              <a:buSzPts val="1600"/>
              <a:buNone/>
              <a:defRPr sz="1600">
                <a:solidFill>
                  <a:srgbClr val="888888"/>
                </a:solidFill>
              </a:defRPr>
            </a:lvl9pPr>
          </a:lstStyle>
          <a:p>
            <a:pPr lvl="0"/>
            <a:r>
              <a:rPr lang="en-US"/>
              <a:t>Click to edit Master text styles</a:t>
            </a:r>
          </a:p>
        </p:txBody>
      </p:sp>
      <p:sp>
        <p:nvSpPr>
          <p:cNvPr id="965" name="Google Shape;965;p35"/>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66" name="Google Shape;966;p35"/>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67" name="Google Shape;967;p35"/>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236587660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wo Content" type="twoObj" preserve="1">
  <p:cSld name="Two Content">
    <p:spTree>
      <p:nvGrpSpPr>
        <p:cNvPr id="1" name="Shape 968"/>
        <p:cNvGrpSpPr/>
        <p:nvPr/>
      </p:nvGrpSpPr>
      <p:grpSpPr>
        <a:xfrm>
          <a:off x="0" y="0"/>
          <a:ext cx="0" cy="0"/>
          <a:chOff x="0" y="0"/>
          <a:chExt cx="0" cy="0"/>
        </a:xfrm>
      </p:grpSpPr>
      <p:sp>
        <p:nvSpPr>
          <p:cNvPr id="969" name="Google Shape;969;p36"/>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970" name="Google Shape;970;p36"/>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971" name="Google Shape;971;p36"/>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972" name="Google Shape;972;p36"/>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73" name="Google Shape;973;p36"/>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74" name="Google Shape;974;p36"/>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6501923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mparison" type="twoTxTwoObj" preserve="1">
  <p:cSld name="Comparison">
    <p:spTree>
      <p:nvGrpSpPr>
        <p:cNvPr id="1" name="Shape 975"/>
        <p:cNvGrpSpPr/>
        <p:nvPr/>
      </p:nvGrpSpPr>
      <p:grpSpPr>
        <a:xfrm>
          <a:off x="0" y="0"/>
          <a:ext cx="0" cy="0"/>
          <a:chOff x="0" y="0"/>
          <a:chExt cx="0" cy="0"/>
        </a:xfrm>
      </p:grpSpPr>
      <p:sp>
        <p:nvSpPr>
          <p:cNvPr id="976" name="Google Shape;976;p37"/>
          <p:cNvSpPr txBox="1">
            <a:spLocks noGrp="1"/>
          </p:cNvSpPr>
          <p:nvPr>
            <p:ph type="title"/>
          </p:nvPr>
        </p:nvSpPr>
        <p:spPr>
          <a:xfrm>
            <a:off x="839788"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977" name="Google Shape;977;p37"/>
          <p:cNvSpPr txBox="1">
            <a:spLocks noGrp="1"/>
          </p:cNvSpPr>
          <p:nvPr>
            <p:ph type="body" idx="1"/>
          </p:nvPr>
        </p:nvSpPr>
        <p:spPr>
          <a:xfrm>
            <a:off x="839789"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rtl="0">
              <a:lnSpc>
                <a:spcPct val="90000"/>
              </a:lnSpc>
              <a:spcBef>
                <a:spcPts val="1000"/>
              </a:spcBef>
              <a:spcAft>
                <a:spcPts val="0"/>
              </a:spcAft>
              <a:buClr>
                <a:schemeClr val="dk1"/>
              </a:buClr>
              <a:buSzPts val="2400"/>
              <a:buNone/>
              <a:defRPr sz="2400" b="1"/>
            </a:lvl1pPr>
            <a:lvl2pPr marL="914400" lvl="1" indent="-228600" algn="l" rtl="0">
              <a:lnSpc>
                <a:spcPct val="90000"/>
              </a:lnSpc>
              <a:spcBef>
                <a:spcPts val="500"/>
              </a:spcBef>
              <a:spcAft>
                <a:spcPts val="0"/>
              </a:spcAft>
              <a:buClr>
                <a:schemeClr val="dk1"/>
              </a:buClr>
              <a:buSzPts val="2000"/>
              <a:buNone/>
              <a:defRPr sz="2000" b="1"/>
            </a:lvl2pPr>
            <a:lvl3pPr marL="1371600" lvl="2" indent="-228600" algn="l" rtl="0">
              <a:lnSpc>
                <a:spcPct val="90000"/>
              </a:lnSpc>
              <a:spcBef>
                <a:spcPts val="500"/>
              </a:spcBef>
              <a:spcAft>
                <a:spcPts val="0"/>
              </a:spcAft>
              <a:buClr>
                <a:schemeClr val="dk1"/>
              </a:buClr>
              <a:buSzPts val="1800"/>
              <a:buNone/>
              <a:defRPr sz="1800" b="1"/>
            </a:lvl3pPr>
            <a:lvl4pPr marL="1828800" lvl="3" indent="-228600" algn="l" rtl="0">
              <a:lnSpc>
                <a:spcPct val="90000"/>
              </a:lnSpc>
              <a:spcBef>
                <a:spcPts val="500"/>
              </a:spcBef>
              <a:spcAft>
                <a:spcPts val="0"/>
              </a:spcAft>
              <a:buClr>
                <a:schemeClr val="dk1"/>
              </a:buClr>
              <a:buSzPts val="1600"/>
              <a:buNone/>
              <a:defRPr sz="1600" b="1"/>
            </a:lvl4pPr>
            <a:lvl5pPr marL="2286000" lvl="4" indent="-228600" algn="l" rtl="0">
              <a:lnSpc>
                <a:spcPct val="90000"/>
              </a:lnSpc>
              <a:spcBef>
                <a:spcPts val="500"/>
              </a:spcBef>
              <a:spcAft>
                <a:spcPts val="0"/>
              </a:spcAft>
              <a:buClr>
                <a:schemeClr val="dk1"/>
              </a:buClr>
              <a:buSzPts val="1600"/>
              <a:buNone/>
              <a:defRPr sz="1600" b="1"/>
            </a:lvl5pPr>
            <a:lvl6pPr marL="2743200" lvl="5" indent="-228600" algn="l" rtl="0">
              <a:lnSpc>
                <a:spcPct val="90000"/>
              </a:lnSpc>
              <a:spcBef>
                <a:spcPts val="500"/>
              </a:spcBef>
              <a:spcAft>
                <a:spcPts val="0"/>
              </a:spcAft>
              <a:buClr>
                <a:schemeClr val="dk1"/>
              </a:buClr>
              <a:buSzPts val="1600"/>
              <a:buNone/>
              <a:defRPr sz="1600" b="1"/>
            </a:lvl6pPr>
            <a:lvl7pPr marL="3200400" lvl="6" indent="-228600" algn="l" rtl="0">
              <a:lnSpc>
                <a:spcPct val="90000"/>
              </a:lnSpc>
              <a:spcBef>
                <a:spcPts val="500"/>
              </a:spcBef>
              <a:spcAft>
                <a:spcPts val="0"/>
              </a:spcAft>
              <a:buClr>
                <a:schemeClr val="dk1"/>
              </a:buClr>
              <a:buSzPts val="1600"/>
              <a:buNone/>
              <a:defRPr sz="1600" b="1"/>
            </a:lvl7pPr>
            <a:lvl8pPr marL="3657600" lvl="7" indent="-228600" algn="l" rtl="0">
              <a:lnSpc>
                <a:spcPct val="90000"/>
              </a:lnSpc>
              <a:spcBef>
                <a:spcPts val="500"/>
              </a:spcBef>
              <a:spcAft>
                <a:spcPts val="0"/>
              </a:spcAft>
              <a:buClr>
                <a:schemeClr val="dk1"/>
              </a:buClr>
              <a:buSzPts val="1600"/>
              <a:buNone/>
              <a:defRPr sz="1600" b="1"/>
            </a:lvl8pPr>
            <a:lvl9pPr marL="4114800" lvl="8" indent="-228600" algn="l" rtl="0">
              <a:lnSpc>
                <a:spcPct val="90000"/>
              </a:lnSpc>
              <a:spcBef>
                <a:spcPts val="500"/>
              </a:spcBef>
              <a:spcAft>
                <a:spcPts val="0"/>
              </a:spcAft>
              <a:buClr>
                <a:schemeClr val="dk1"/>
              </a:buClr>
              <a:buSzPts val="1600"/>
              <a:buNone/>
              <a:defRPr sz="1600" b="1"/>
            </a:lvl9pPr>
          </a:lstStyle>
          <a:p>
            <a:pPr lvl="0"/>
            <a:r>
              <a:rPr lang="en-US"/>
              <a:t>Click to edit Master text styles</a:t>
            </a:r>
          </a:p>
        </p:txBody>
      </p:sp>
      <p:sp>
        <p:nvSpPr>
          <p:cNvPr id="978" name="Google Shape;978;p37"/>
          <p:cNvSpPr txBox="1">
            <a:spLocks noGrp="1"/>
          </p:cNvSpPr>
          <p:nvPr>
            <p:ph type="body" idx="2"/>
          </p:nvPr>
        </p:nvSpPr>
        <p:spPr>
          <a:xfrm>
            <a:off x="839789"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979" name="Google Shape;979;p37"/>
          <p:cNvSpPr txBox="1">
            <a:spLocks noGrp="1"/>
          </p:cNvSpPr>
          <p:nvPr>
            <p:ph type="body" idx="3"/>
          </p:nvPr>
        </p:nvSpPr>
        <p:spPr>
          <a:xfrm>
            <a:off x="6172201"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rtl="0">
              <a:lnSpc>
                <a:spcPct val="90000"/>
              </a:lnSpc>
              <a:spcBef>
                <a:spcPts val="1000"/>
              </a:spcBef>
              <a:spcAft>
                <a:spcPts val="0"/>
              </a:spcAft>
              <a:buClr>
                <a:schemeClr val="dk1"/>
              </a:buClr>
              <a:buSzPts val="2400"/>
              <a:buNone/>
              <a:defRPr sz="2400" b="1"/>
            </a:lvl1pPr>
            <a:lvl2pPr marL="914400" lvl="1" indent="-228600" algn="l" rtl="0">
              <a:lnSpc>
                <a:spcPct val="90000"/>
              </a:lnSpc>
              <a:spcBef>
                <a:spcPts val="500"/>
              </a:spcBef>
              <a:spcAft>
                <a:spcPts val="0"/>
              </a:spcAft>
              <a:buClr>
                <a:schemeClr val="dk1"/>
              </a:buClr>
              <a:buSzPts val="2000"/>
              <a:buNone/>
              <a:defRPr sz="2000" b="1"/>
            </a:lvl2pPr>
            <a:lvl3pPr marL="1371600" lvl="2" indent="-228600" algn="l" rtl="0">
              <a:lnSpc>
                <a:spcPct val="90000"/>
              </a:lnSpc>
              <a:spcBef>
                <a:spcPts val="500"/>
              </a:spcBef>
              <a:spcAft>
                <a:spcPts val="0"/>
              </a:spcAft>
              <a:buClr>
                <a:schemeClr val="dk1"/>
              </a:buClr>
              <a:buSzPts val="1800"/>
              <a:buNone/>
              <a:defRPr sz="1800" b="1"/>
            </a:lvl3pPr>
            <a:lvl4pPr marL="1828800" lvl="3" indent="-228600" algn="l" rtl="0">
              <a:lnSpc>
                <a:spcPct val="90000"/>
              </a:lnSpc>
              <a:spcBef>
                <a:spcPts val="500"/>
              </a:spcBef>
              <a:spcAft>
                <a:spcPts val="0"/>
              </a:spcAft>
              <a:buClr>
                <a:schemeClr val="dk1"/>
              </a:buClr>
              <a:buSzPts val="1600"/>
              <a:buNone/>
              <a:defRPr sz="1600" b="1"/>
            </a:lvl4pPr>
            <a:lvl5pPr marL="2286000" lvl="4" indent="-228600" algn="l" rtl="0">
              <a:lnSpc>
                <a:spcPct val="90000"/>
              </a:lnSpc>
              <a:spcBef>
                <a:spcPts val="500"/>
              </a:spcBef>
              <a:spcAft>
                <a:spcPts val="0"/>
              </a:spcAft>
              <a:buClr>
                <a:schemeClr val="dk1"/>
              </a:buClr>
              <a:buSzPts val="1600"/>
              <a:buNone/>
              <a:defRPr sz="1600" b="1"/>
            </a:lvl5pPr>
            <a:lvl6pPr marL="2743200" lvl="5" indent="-228600" algn="l" rtl="0">
              <a:lnSpc>
                <a:spcPct val="90000"/>
              </a:lnSpc>
              <a:spcBef>
                <a:spcPts val="500"/>
              </a:spcBef>
              <a:spcAft>
                <a:spcPts val="0"/>
              </a:spcAft>
              <a:buClr>
                <a:schemeClr val="dk1"/>
              </a:buClr>
              <a:buSzPts val="1600"/>
              <a:buNone/>
              <a:defRPr sz="1600" b="1"/>
            </a:lvl6pPr>
            <a:lvl7pPr marL="3200400" lvl="6" indent="-228600" algn="l" rtl="0">
              <a:lnSpc>
                <a:spcPct val="90000"/>
              </a:lnSpc>
              <a:spcBef>
                <a:spcPts val="500"/>
              </a:spcBef>
              <a:spcAft>
                <a:spcPts val="0"/>
              </a:spcAft>
              <a:buClr>
                <a:schemeClr val="dk1"/>
              </a:buClr>
              <a:buSzPts val="1600"/>
              <a:buNone/>
              <a:defRPr sz="1600" b="1"/>
            </a:lvl7pPr>
            <a:lvl8pPr marL="3657600" lvl="7" indent="-228600" algn="l" rtl="0">
              <a:lnSpc>
                <a:spcPct val="90000"/>
              </a:lnSpc>
              <a:spcBef>
                <a:spcPts val="500"/>
              </a:spcBef>
              <a:spcAft>
                <a:spcPts val="0"/>
              </a:spcAft>
              <a:buClr>
                <a:schemeClr val="dk1"/>
              </a:buClr>
              <a:buSzPts val="1600"/>
              <a:buNone/>
              <a:defRPr sz="1600" b="1"/>
            </a:lvl8pPr>
            <a:lvl9pPr marL="4114800" lvl="8" indent="-228600" algn="l" rtl="0">
              <a:lnSpc>
                <a:spcPct val="90000"/>
              </a:lnSpc>
              <a:spcBef>
                <a:spcPts val="500"/>
              </a:spcBef>
              <a:spcAft>
                <a:spcPts val="0"/>
              </a:spcAft>
              <a:buClr>
                <a:schemeClr val="dk1"/>
              </a:buClr>
              <a:buSzPts val="1600"/>
              <a:buNone/>
              <a:defRPr sz="1600" b="1"/>
            </a:lvl9pPr>
          </a:lstStyle>
          <a:p>
            <a:pPr lvl="0"/>
            <a:r>
              <a:rPr lang="en-US"/>
              <a:t>Click to edit Master text styles</a:t>
            </a:r>
          </a:p>
        </p:txBody>
      </p:sp>
      <p:sp>
        <p:nvSpPr>
          <p:cNvPr id="980" name="Google Shape;980;p37"/>
          <p:cNvSpPr txBox="1">
            <a:spLocks noGrp="1"/>
          </p:cNvSpPr>
          <p:nvPr>
            <p:ph type="body" idx="4"/>
          </p:nvPr>
        </p:nvSpPr>
        <p:spPr>
          <a:xfrm>
            <a:off x="6172201"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981" name="Google Shape;981;p37"/>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82" name="Google Shape;982;p37"/>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83" name="Google Shape;983;p37"/>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16229305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Only" type="titleOnly" preserve="1">
  <p:cSld name="Title Only">
    <p:spTree>
      <p:nvGrpSpPr>
        <p:cNvPr id="1" name="Shape 984"/>
        <p:cNvGrpSpPr/>
        <p:nvPr/>
      </p:nvGrpSpPr>
      <p:grpSpPr>
        <a:xfrm>
          <a:off x="0" y="0"/>
          <a:ext cx="0" cy="0"/>
          <a:chOff x="0" y="0"/>
          <a:chExt cx="0" cy="0"/>
        </a:xfrm>
      </p:grpSpPr>
      <p:sp>
        <p:nvSpPr>
          <p:cNvPr id="985" name="Google Shape;985;p38"/>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986" name="Google Shape;986;p38"/>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87" name="Google Shape;987;p38"/>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88" name="Google Shape;988;p38"/>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889484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Blank" type="blank" preserve="1">
  <p:cSld name="Blank">
    <p:spTree>
      <p:nvGrpSpPr>
        <p:cNvPr id="1" name="Shape 989"/>
        <p:cNvGrpSpPr/>
        <p:nvPr/>
      </p:nvGrpSpPr>
      <p:grpSpPr>
        <a:xfrm>
          <a:off x="0" y="0"/>
          <a:ext cx="0" cy="0"/>
          <a:chOff x="0" y="0"/>
          <a:chExt cx="0" cy="0"/>
        </a:xfrm>
      </p:grpSpPr>
      <p:sp>
        <p:nvSpPr>
          <p:cNvPr id="990" name="Google Shape;990;p39"/>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91" name="Google Shape;991;p39"/>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92" name="Google Shape;992;p39"/>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141315616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ontent with Caption" type="objTx" preserve="1">
  <p:cSld name="Content with Caption">
    <p:spTree>
      <p:nvGrpSpPr>
        <p:cNvPr id="1" name="Shape 993"/>
        <p:cNvGrpSpPr/>
        <p:nvPr/>
      </p:nvGrpSpPr>
      <p:grpSpPr>
        <a:xfrm>
          <a:off x="0" y="0"/>
          <a:ext cx="0" cy="0"/>
          <a:chOff x="0" y="0"/>
          <a:chExt cx="0" cy="0"/>
        </a:xfrm>
      </p:grpSpPr>
      <p:sp>
        <p:nvSpPr>
          <p:cNvPr id="994" name="Google Shape;994;p40"/>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3200"/>
              <a:buFont typeface="Poppins"/>
              <a:buNone/>
              <a:defRPr sz="32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995" name="Google Shape;995;p40"/>
          <p:cNvSpPr txBox="1">
            <a:spLocks noGrp="1"/>
          </p:cNvSpPr>
          <p:nvPr>
            <p:ph type="body" idx="1"/>
          </p:nvPr>
        </p:nvSpPr>
        <p:spPr>
          <a:xfrm>
            <a:off x="5183188" y="987427"/>
            <a:ext cx="6172200" cy="4873500"/>
          </a:xfrm>
          <a:prstGeom prst="rect">
            <a:avLst/>
          </a:prstGeom>
          <a:noFill/>
          <a:ln>
            <a:noFill/>
          </a:ln>
        </p:spPr>
        <p:txBody>
          <a:bodyPr spcFirstLastPara="1" wrap="square" lIns="91425" tIns="45700" rIns="91425" bIns="45700" anchor="t" anchorCtr="0">
            <a:normAutofit/>
          </a:bodyPr>
          <a:lstStyle>
            <a:lvl1pPr marL="457200" lvl="0" indent="-431800" algn="l" rtl="0">
              <a:lnSpc>
                <a:spcPct val="90000"/>
              </a:lnSpc>
              <a:spcBef>
                <a:spcPts val="1000"/>
              </a:spcBef>
              <a:spcAft>
                <a:spcPts val="0"/>
              </a:spcAft>
              <a:buClr>
                <a:schemeClr val="dk1"/>
              </a:buClr>
              <a:buSzPts val="3200"/>
              <a:buChar char="•"/>
              <a:defRPr sz="3200"/>
            </a:lvl1pPr>
            <a:lvl2pPr marL="914400" lvl="1" indent="-406400" algn="l" rtl="0">
              <a:lnSpc>
                <a:spcPct val="90000"/>
              </a:lnSpc>
              <a:spcBef>
                <a:spcPts val="500"/>
              </a:spcBef>
              <a:spcAft>
                <a:spcPts val="0"/>
              </a:spcAft>
              <a:buClr>
                <a:schemeClr val="dk1"/>
              </a:buClr>
              <a:buSzPts val="2800"/>
              <a:buChar char="•"/>
              <a:defRPr sz="2800"/>
            </a:lvl2pPr>
            <a:lvl3pPr marL="1371600" lvl="2" indent="-381000" algn="l" rtl="0">
              <a:lnSpc>
                <a:spcPct val="90000"/>
              </a:lnSpc>
              <a:spcBef>
                <a:spcPts val="500"/>
              </a:spcBef>
              <a:spcAft>
                <a:spcPts val="0"/>
              </a:spcAft>
              <a:buClr>
                <a:schemeClr val="dk1"/>
              </a:buClr>
              <a:buSzPts val="2400"/>
              <a:buChar char="•"/>
              <a:defRPr sz="2400"/>
            </a:lvl3pPr>
            <a:lvl4pPr marL="1828800" lvl="3" indent="-355600" algn="l" rtl="0">
              <a:lnSpc>
                <a:spcPct val="90000"/>
              </a:lnSpc>
              <a:spcBef>
                <a:spcPts val="500"/>
              </a:spcBef>
              <a:spcAft>
                <a:spcPts val="0"/>
              </a:spcAft>
              <a:buClr>
                <a:schemeClr val="dk1"/>
              </a:buClr>
              <a:buSzPts val="2000"/>
              <a:buChar char="•"/>
              <a:defRPr sz="2000"/>
            </a:lvl4pPr>
            <a:lvl5pPr marL="2286000" lvl="4" indent="-355600" algn="l" rtl="0">
              <a:lnSpc>
                <a:spcPct val="90000"/>
              </a:lnSpc>
              <a:spcBef>
                <a:spcPts val="500"/>
              </a:spcBef>
              <a:spcAft>
                <a:spcPts val="0"/>
              </a:spcAft>
              <a:buClr>
                <a:schemeClr val="dk1"/>
              </a:buClr>
              <a:buSzPts val="2000"/>
              <a:buChar char="•"/>
              <a:defRPr sz="2000"/>
            </a:lvl5pPr>
            <a:lvl6pPr marL="2743200" lvl="5" indent="-355600" algn="l" rtl="0">
              <a:lnSpc>
                <a:spcPct val="90000"/>
              </a:lnSpc>
              <a:spcBef>
                <a:spcPts val="500"/>
              </a:spcBef>
              <a:spcAft>
                <a:spcPts val="0"/>
              </a:spcAft>
              <a:buClr>
                <a:schemeClr val="dk1"/>
              </a:buClr>
              <a:buSzPts val="2000"/>
              <a:buChar char="•"/>
              <a:defRPr sz="2000"/>
            </a:lvl6pPr>
            <a:lvl7pPr marL="3200400" lvl="6" indent="-355600" algn="l" rtl="0">
              <a:lnSpc>
                <a:spcPct val="90000"/>
              </a:lnSpc>
              <a:spcBef>
                <a:spcPts val="500"/>
              </a:spcBef>
              <a:spcAft>
                <a:spcPts val="0"/>
              </a:spcAft>
              <a:buClr>
                <a:schemeClr val="dk1"/>
              </a:buClr>
              <a:buSzPts val="2000"/>
              <a:buChar char="•"/>
              <a:defRPr sz="2000"/>
            </a:lvl7pPr>
            <a:lvl8pPr marL="3657600" lvl="7" indent="-355600" algn="l" rtl="0">
              <a:lnSpc>
                <a:spcPct val="90000"/>
              </a:lnSpc>
              <a:spcBef>
                <a:spcPts val="500"/>
              </a:spcBef>
              <a:spcAft>
                <a:spcPts val="0"/>
              </a:spcAft>
              <a:buClr>
                <a:schemeClr val="dk1"/>
              </a:buClr>
              <a:buSzPts val="2000"/>
              <a:buChar char="•"/>
              <a:defRPr sz="2000"/>
            </a:lvl8pPr>
            <a:lvl9pPr marL="4114800" lvl="8" indent="-355600" algn="l" rtl="0">
              <a:lnSpc>
                <a:spcPct val="90000"/>
              </a:lnSpc>
              <a:spcBef>
                <a:spcPts val="500"/>
              </a:spcBef>
              <a:spcAft>
                <a:spcPts val="0"/>
              </a:spcAft>
              <a:buClr>
                <a:schemeClr val="dk1"/>
              </a:buClr>
              <a:buSzPts val="2000"/>
              <a:buChar char="•"/>
              <a:defRPr sz="2000"/>
            </a:lvl9pPr>
          </a:lstStyle>
          <a:p>
            <a:pPr lvl="0"/>
            <a:r>
              <a:rPr lang="en-US"/>
              <a:t>Click to edit Master text styles</a:t>
            </a:r>
          </a:p>
        </p:txBody>
      </p:sp>
      <p:sp>
        <p:nvSpPr>
          <p:cNvPr id="996" name="Google Shape;996;p40"/>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chemeClr val="dk1"/>
              </a:buClr>
              <a:buSzPts val="1600"/>
              <a:buNone/>
              <a:defRPr sz="1600"/>
            </a:lvl1pPr>
            <a:lvl2pPr marL="914400" lvl="1" indent="-228600" algn="l" rtl="0">
              <a:lnSpc>
                <a:spcPct val="90000"/>
              </a:lnSpc>
              <a:spcBef>
                <a:spcPts val="500"/>
              </a:spcBef>
              <a:spcAft>
                <a:spcPts val="0"/>
              </a:spcAft>
              <a:buClr>
                <a:schemeClr val="dk1"/>
              </a:buClr>
              <a:buSzPts val="1400"/>
              <a:buNone/>
              <a:defRPr sz="1400"/>
            </a:lvl2pPr>
            <a:lvl3pPr marL="1371600" lvl="2" indent="-228600" algn="l" rtl="0">
              <a:lnSpc>
                <a:spcPct val="90000"/>
              </a:lnSpc>
              <a:spcBef>
                <a:spcPts val="500"/>
              </a:spcBef>
              <a:spcAft>
                <a:spcPts val="0"/>
              </a:spcAft>
              <a:buClr>
                <a:schemeClr val="dk1"/>
              </a:buClr>
              <a:buSzPts val="1200"/>
              <a:buNone/>
              <a:defRPr sz="1200"/>
            </a:lvl3pPr>
            <a:lvl4pPr marL="1828800" lvl="3" indent="-228600" algn="l" rtl="0">
              <a:lnSpc>
                <a:spcPct val="90000"/>
              </a:lnSpc>
              <a:spcBef>
                <a:spcPts val="500"/>
              </a:spcBef>
              <a:spcAft>
                <a:spcPts val="0"/>
              </a:spcAft>
              <a:buClr>
                <a:schemeClr val="dk1"/>
              </a:buClr>
              <a:buSzPts val="1000"/>
              <a:buNone/>
              <a:defRPr sz="1000"/>
            </a:lvl4pPr>
            <a:lvl5pPr marL="2286000" lvl="4" indent="-228600" algn="l" rtl="0">
              <a:lnSpc>
                <a:spcPct val="90000"/>
              </a:lnSpc>
              <a:spcBef>
                <a:spcPts val="500"/>
              </a:spcBef>
              <a:spcAft>
                <a:spcPts val="0"/>
              </a:spcAft>
              <a:buClr>
                <a:schemeClr val="dk1"/>
              </a:buClr>
              <a:buSzPts val="1000"/>
              <a:buNone/>
              <a:defRPr sz="1000"/>
            </a:lvl5pPr>
            <a:lvl6pPr marL="2743200" lvl="5" indent="-228600" algn="l" rtl="0">
              <a:lnSpc>
                <a:spcPct val="90000"/>
              </a:lnSpc>
              <a:spcBef>
                <a:spcPts val="500"/>
              </a:spcBef>
              <a:spcAft>
                <a:spcPts val="0"/>
              </a:spcAft>
              <a:buClr>
                <a:schemeClr val="dk1"/>
              </a:buClr>
              <a:buSzPts val="1000"/>
              <a:buNone/>
              <a:defRPr sz="1000"/>
            </a:lvl6pPr>
            <a:lvl7pPr marL="3200400" lvl="6" indent="-228600" algn="l" rtl="0">
              <a:lnSpc>
                <a:spcPct val="90000"/>
              </a:lnSpc>
              <a:spcBef>
                <a:spcPts val="500"/>
              </a:spcBef>
              <a:spcAft>
                <a:spcPts val="0"/>
              </a:spcAft>
              <a:buClr>
                <a:schemeClr val="dk1"/>
              </a:buClr>
              <a:buSzPts val="1000"/>
              <a:buNone/>
              <a:defRPr sz="1000"/>
            </a:lvl7pPr>
            <a:lvl8pPr marL="3657600" lvl="7" indent="-228600" algn="l" rtl="0">
              <a:lnSpc>
                <a:spcPct val="90000"/>
              </a:lnSpc>
              <a:spcBef>
                <a:spcPts val="500"/>
              </a:spcBef>
              <a:spcAft>
                <a:spcPts val="0"/>
              </a:spcAft>
              <a:buClr>
                <a:schemeClr val="dk1"/>
              </a:buClr>
              <a:buSzPts val="1000"/>
              <a:buNone/>
              <a:defRPr sz="1000"/>
            </a:lvl8pPr>
            <a:lvl9pPr marL="4114800" lvl="8" indent="-228600" algn="l" rtl="0">
              <a:lnSpc>
                <a:spcPct val="90000"/>
              </a:lnSpc>
              <a:spcBef>
                <a:spcPts val="500"/>
              </a:spcBef>
              <a:spcAft>
                <a:spcPts val="0"/>
              </a:spcAft>
              <a:buClr>
                <a:schemeClr val="dk1"/>
              </a:buClr>
              <a:buSzPts val="1000"/>
              <a:buNone/>
              <a:defRPr sz="1000"/>
            </a:lvl9pPr>
          </a:lstStyle>
          <a:p>
            <a:pPr lvl="0"/>
            <a:r>
              <a:rPr lang="en-US"/>
              <a:t>Click to edit Master text styles</a:t>
            </a:r>
          </a:p>
        </p:txBody>
      </p:sp>
      <p:sp>
        <p:nvSpPr>
          <p:cNvPr id="997" name="Google Shape;997;p40"/>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98" name="Google Shape;998;p40"/>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999" name="Google Shape;999;p40"/>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41926633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Picture with Caption" type="picTx" preserve="1">
  <p:cSld name="Picture with Caption">
    <p:spTree>
      <p:nvGrpSpPr>
        <p:cNvPr id="1" name="Shape 1000"/>
        <p:cNvGrpSpPr/>
        <p:nvPr/>
      </p:nvGrpSpPr>
      <p:grpSpPr>
        <a:xfrm>
          <a:off x="0" y="0"/>
          <a:ext cx="0" cy="0"/>
          <a:chOff x="0" y="0"/>
          <a:chExt cx="0" cy="0"/>
        </a:xfrm>
      </p:grpSpPr>
      <p:sp>
        <p:nvSpPr>
          <p:cNvPr id="1001" name="Google Shape;1001;p41"/>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rtl="0">
              <a:lnSpc>
                <a:spcPct val="90000"/>
              </a:lnSpc>
              <a:spcBef>
                <a:spcPts val="0"/>
              </a:spcBef>
              <a:spcAft>
                <a:spcPts val="0"/>
              </a:spcAft>
              <a:buClr>
                <a:schemeClr val="dk1"/>
              </a:buClr>
              <a:buSzPts val="3200"/>
              <a:buFont typeface="Poppins"/>
              <a:buNone/>
              <a:defRPr sz="32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1002" name="Google Shape;1002;p41"/>
          <p:cNvSpPr>
            <a:spLocks noGrp="1"/>
          </p:cNvSpPr>
          <p:nvPr>
            <p:ph type="pic" idx="2"/>
          </p:nvPr>
        </p:nvSpPr>
        <p:spPr>
          <a:xfrm>
            <a:off x="5183188" y="987427"/>
            <a:ext cx="6172200" cy="4873500"/>
          </a:xfrm>
          <a:prstGeom prst="rect">
            <a:avLst/>
          </a:prstGeom>
          <a:noFill/>
          <a:ln>
            <a:noFill/>
          </a:ln>
        </p:spPr>
      </p:sp>
      <p:sp>
        <p:nvSpPr>
          <p:cNvPr id="1003" name="Google Shape;1003;p41"/>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rtl="0">
              <a:lnSpc>
                <a:spcPct val="90000"/>
              </a:lnSpc>
              <a:spcBef>
                <a:spcPts val="1000"/>
              </a:spcBef>
              <a:spcAft>
                <a:spcPts val="0"/>
              </a:spcAft>
              <a:buClr>
                <a:schemeClr val="dk1"/>
              </a:buClr>
              <a:buSzPts val="1600"/>
              <a:buNone/>
              <a:defRPr sz="1600"/>
            </a:lvl1pPr>
            <a:lvl2pPr marL="914400" lvl="1" indent="-228600" algn="l" rtl="0">
              <a:lnSpc>
                <a:spcPct val="90000"/>
              </a:lnSpc>
              <a:spcBef>
                <a:spcPts val="500"/>
              </a:spcBef>
              <a:spcAft>
                <a:spcPts val="0"/>
              </a:spcAft>
              <a:buClr>
                <a:schemeClr val="dk1"/>
              </a:buClr>
              <a:buSzPts val="1400"/>
              <a:buNone/>
              <a:defRPr sz="1400"/>
            </a:lvl2pPr>
            <a:lvl3pPr marL="1371600" lvl="2" indent="-228600" algn="l" rtl="0">
              <a:lnSpc>
                <a:spcPct val="90000"/>
              </a:lnSpc>
              <a:spcBef>
                <a:spcPts val="500"/>
              </a:spcBef>
              <a:spcAft>
                <a:spcPts val="0"/>
              </a:spcAft>
              <a:buClr>
                <a:schemeClr val="dk1"/>
              </a:buClr>
              <a:buSzPts val="1200"/>
              <a:buNone/>
              <a:defRPr sz="1200"/>
            </a:lvl3pPr>
            <a:lvl4pPr marL="1828800" lvl="3" indent="-228600" algn="l" rtl="0">
              <a:lnSpc>
                <a:spcPct val="90000"/>
              </a:lnSpc>
              <a:spcBef>
                <a:spcPts val="500"/>
              </a:spcBef>
              <a:spcAft>
                <a:spcPts val="0"/>
              </a:spcAft>
              <a:buClr>
                <a:schemeClr val="dk1"/>
              </a:buClr>
              <a:buSzPts val="1000"/>
              <a:buNone/>
              <a:defRPr sz="1000"/>
            </a:lvl4pPr>
            <a:lvl5pPr marL="2286000" lvl="4" indent="-228600" algn="l" rtl="0">
              <a:lnSpc>
                <a:spcPct val="90000"/>
              </a:lnSpc>
              <a:spcBef>
                <a:spcPts val="500"/>
              </a:spcBef>
              <a:spcAft>
                <a:spcPts val="0"/>
              </a:spcAft>
              <a:buClr>
                <a:schemeClr val="dk1"/>
              </a:buClr>
              <a:buSzPts val="1000"/>
              <a:buNone/>
              <a:defRPr sz="1000"/>
            </a:lvl5pPr>
            <a:lvl6pPr marL="2743200" lvl="5" indent="-228600" algn="l" rtl="0">
              <a:lnSpc>
                <a:spcPct val="90000"/>
              </a:lnSpc>
              <a:spcBef>
                <a:spcPts val="500"/>
              </a:spcBef>
              <a:spcAft>
                <a:spcPts val="0"/>
              </a:spcAft>
              <a:buClr>
                <a:schemeClr val="dk1"/>
              </a:buClr>
              <a:buSzPts val="1000"/>
              <a:buNone/>
              <a:defRPr sz="1000"/>
            </a:lvl6pPr>
            <a:lvl7pPr marL="3200400" lvl="6" indent="-228600" algn="l" rtl="0">
              <a:lnSpc>
                <a:spcPct val="90000"/>
              </a:lnSpc>
              <a:spcBef>
                <a:spcPts val="500"/>
              </a:spcBef>
              <a:spcAft>
                <a:spcPts val="0"/>
              </a:spcAft>
              <a:buClr>
                <a:schemeClr val="dk1"/>
              </a:buClr>
              <a:buSzPts val="1000"/>
              <a:buNone/>
              <a:defRPr sz="1000"/>
            </a:lvl7pPr>
            <a:lvl8pPr marL="3657600" lvl="7" indent="-228600" algn="l" rtl="0">
              <a:lnSpc>
                <a:spcPct val="90000"/>
              </a:lnSpc>
              <a:spcBef>
                <a:spcPts val="500"/>
              </a:spcBef>
              <a:spcAft>
                <a:spcPts val="0"/>
              </a:spcAft>
              <a:buClr>
                <a:schemeClr val="dk1"/>
              </a:buClr>
              <a:buSzPts val="1000"/>
              <a:buNone/>
              <a:defRPr sz="1000"/>
            </a:lvl8pPr>
            <a:lvl9pPr marL="4114800" lvl="8" indent="-228600" algn="l" rtl="0">
              <a:lnSpc>
                <a:spcPct val="90000"/>
              </a:lnSpc>
              <a:spcBef>
                <a:spcPts val="500"/>
              </a:spcBef>
              <a:spcAft>
                <a:spcPts val="0"/>
              </a:spcAft>
              <a:buClr>
                <a:schemeClr val="dk1"/>
              </a:buClr>
              <a:buSzPts val="1000"/>
              <a:buNone/>
              <a:defRPr sz="1000"/>
            </a:lvl9pPr>
          </a:lstStyle>
          <a:p>
            <a:pPr lvl="0"/>
            <a:r>
              <a:rPr lang="en-US"/>
              <a:t>Click to edit Master text styles</a:t>
            </a:r>
          </a:p>
        </p:txBody>
      </p:sp>
      <p:sp>
        <p:nvSpPr>
          <p:cNvPr id="1004" name="Google Shape;1004;p41"/>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05" name="Google Shape;1005;p41"/>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06" name="Google Shape;1006;p41"/>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267072440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Vertical Text" type="vertTx" preserve="1">
  <p:cSld name="Title and Vertical Text">
    <p:spTree>
      <p:nvGrpSpPr>
        <p:cNvPr id="1" name="Shape 1007"/>
        <p:cNvGrpSpPr/>
        <p:nvPr/>
      </p:nvGrpSpPr>
      <p:grpSpPr>
        <a:xfrm>
          <a:off x="0" y="0"/>
          <a:ext cx="0" cy="0"/>
          <a:chOff x="0" y="0"/>
          <a:chExt cx="0" cy="0"/>
        </a:xfrm>
      </p:grpSpPr>
      <p:sp>
        <p:nvSpPr>
          <p:cNvPr id="1008" name="Google Shape;1008;p42"/>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1009" name="Google Shape;1009;p42"/>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1010" name="Google Shape;1010;p42"/>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11" name="Google Shape;1011;p42"/>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12" name="Google Shape;1012;p42"/>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345371624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Vertical Title and Text" type="vertTitleAndTx" preserve="1">
  <p:cSld name="Vertical Title and Text">
    <p:spTree>
      <p:nvGrpSpPr>
        <p:cNvPr id="1" name="Shape 1013"/>
        <p:cNvGrpSpPr/>
        <p:nvPr/>
      </p:nvGrpSpPr>
      <p:grpSpPr>
        <a:xfrm>
          <a:off x="0" y="0"/>
          <a:ext cx="0" cy="0"/>
          <a:chOff x="0" y="0"/>
          <a:chExt cx="0" cy="0"/>
        </a:xfrm>
      </p:grpSpPr>
      <p:sp>
        <p:nvSpPr>
          <p:cNvPr id="1014" name="Google Shape;1014;p43"/>
          <p:cNvSpPr txBox="1">
            <a:spLocks noGrp="1"/>
          </p:cNvSpPr>
          <p:nvPr>
            <p:ph type="title"/>
          </p:nvPr>
        </p:nvSpPr>
        <p:spPr>
          <a:xfrm rot="5400000">
            <a:off x="7133401" y="1956625"/>
            <a:ext cx="5811900" cy="2628900"/>
          </a:xfrm>
          <a:prstGeom prst="rect">
            <a:avLst/>
          </a:prstGeom>
          <a:noFill/>
          <a:ln>
            <a:noFill/>
          </a:ln>
        </p:spPr>
        <p:txBody>
          <a:bodyPr spcFirstLastPara="1" wrap="square" lIns="91425" tIns="45700" rIns="91425" bIns="45700" anchor="ctr" anchorCtr="0">
            <a:normAutofit/>
          </a:bodyPr>
          <a:lstStyle>
            <a:lvl1pPr lvl="0" algn="l" rtl="0">
              <a:lnSpc>
                <a:spcPct val="90000"/>
              </a:lnSpc>
              <a:spcBef>
                <a:spcPts val="0"/>
              </a:spcBef>
              <a:spcAft>
                <a:spcPts val="0"/>
              </a:spcAft>
              <a:buClr>
                <a:schemeClr val="dk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1015" name="Google Shape;1015;p43"/>
          <p:cNvSpPr txBox="1">
            <a:spLocks noGrp="1"/>
          </p:cNvSpPr>
          <p:nvPr>
            <p:ph type="body" idx="1"/>
          </p:nvPr>
        </p:nvSpPr>
        <p:spPr>
          <a:xfrm rot="5400000">
            <a:off x="1799401"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rtl="0">
              <a:lnSpc>
                <a:spcPct val="90000"/>
              </a:lnSpc>
              <a:spcBef>
                <a:spcPts val="1000"/>
              </a:spcBef>
              <a:spcAft>
                <a:spcPts val="0"/>
              </a:spcAft>
              <a:buClr>
                <a:schemeClr val="dk1"/>
              </a:buClr>
              <a:buSzPts val="1800"/>
              <a:buChar char="•"/>
              <a:defRPr/>
            </a:lvl1pPr>
            <a:lvl2pPr marL="914400" lvl="1" indent="-342900" algn="l" rtl="0">
              <a:lnSpc>
                <a:spcPct val="90000"/>
              </a:lnSpc>
              <a:spcBef>
                <a:spcPts val="500"/>
              </a:spcBef>
              <a:spcAft>
                <a:spcPts val="0"/>
              </a:spcAft>
              <a:buClr>
                <a:schemeClr val="dk1"/>
              </a:buClr>
              <a:buSzPts val="1800"/>
              <a:buChar char="•"/>
              <a:defRPr/>
            </a:lvl2pPr>
            <a:lvl3pPr marL="1371600" lvl="2" indent="-342900" algn="l" rtl="0">
              <a:lnSpc>
                <a:spcPct val="90000"/>
              </a:lnSpc>
              <a:spcBef>
                <a:spcPts val="500"/>
              </a:spcBef>
              <a:spcAft>
                <a:spcPts val="0"/>
              </a:spcAft>
              <a:buClr>
                <a:schemeClr val="dk1"/>
              </a:buClr>
              <a:buSzPts val="1800"/>
              <a:buChar char="•"/>
              <a:defRPr/>
            </a:lvl3pPr>
            <a:lvl4pPr marL="1828800" lvl="3" indent="-342900" algn="l" rtl="0">
              <a:lnSpc>
                <a:spcPct val="90000"/>
              </a:lnSpc>
              <a:spcBef>
                <a:spcPts val="500"/>
              </a:spcBef>
              <a:spcAft>
                <a:spcPts val="0"/>
              </a:spcAft>
              <a:buClr>
                <a:schemeClr val="dk1"/>
              </a:buClr>
              <a:buSzPts val="1800"/>
              <a:buChar char="•"/>
              <a:defRPr/>
            </a:lvl4pPr>
            <a:lvl5pPr marL="2286000" lvl="4" indent="-342900" algn="l" rtl="0">
              <a:lnSpc>
                <a:spcPct val="90000"/>
              </a:lnSpc>
              <a:spcBef>
                <a:spcPts val="500"/>
              </a:spcBef>
              <a:spcAft>
                <a:spcPts val="0"/>
              </a:spcAft>
              <a:buClr>
                <a:schemeClr val="dk1"/>
              </a:buClr>
              <a:buSzPts val="1800"/>
              <a:buChar char="•"/>
              <a:defRPr/>
            </a:lvl5pPr>
            <a:lvl6pPr marL="2743200" lvl="5" indent="-342900" algn="l" rtl="0">
              <a:lnSpc>
                <a:spcPct val="90000"/>
              </a:lnSpc>
              <a:spcBef>
                <a:spcPts val="500"/>
              </a:spcBef>
              <a:spcAft>
                <a:spcPts val="0"/>
              </a:spcAft>
              <a:buClr>
                <a:schemeClr val="dk1"/>
              </a:buClr>
              <a:buSzPts val="1800"/>
              <a:buChar char="•"/>
              <a:defRPr/>
            </a:lvl6pPr>
            <a:lvl7pPr marL="3200400" lvl="6" indent="-342900" algn="l" rtl="0">
              <a:lnSpc>
                <a:spcPct val="90000"/>
              </a:lnSpc>
              <a:spcBef>
                <a:spcPts val="500"/>
              </a:spcBef>
              <a:spcAft>
                <a:spcPts val="0"/>
              </a:spcAft>
              <a:buClr>
                <a:schemeClr val="dk1"/>
              </a:buClr>
              <a:buSzPts val="1800"/>
              <a:buChar char="•"/>
              <a:defRPr/>
            </a:lvl7pPr>
            <a:lvl8pPr marL="3657600" lvl="7" indent="-342900" algn="l" rtl="0">
              <a:lnSpc>
                <a:spcPct val="90000"/>
              </a:lnSpc>
              <a:spcBef>
                <a:spcPts val="500"/>
              </a:spcBef>
              <a:spcAft>
                <a:spcPts val="0"/>
              </a:spcAft>
              <a:buClr>
                <a:schemeClr val="dk1"/>
              </a:buClr>
              <a:buSzPts val="1800"/>
              <a:buChar char="•"/>
              <a:defRPr/>
            </a:lvl8pPr>
            <a:lvl9pPr marL="4114800" lvl="8" indent="-342900" algn="l" rtl="0">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1016" name="Google Shape;1016;p43"/>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17" name="Google Shape;1017;p43"/>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1018" name="Google Shape;1018;p43"/>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90412994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and body" type="tx" preserve="1">
  <p:cSld name="Title and body">
    <p:spTree>
      <p:nvGrpSpPr>
        <p:cNvPr id="1" name="Shape 1019"/>
        <p:cNvGrpSpPr/>
        <p:nvPr/>
      </p:nvGrpSpPr>
      <p:grpSpPr>
        <a:xfrm>
          <a:off x="0" y="0"/>
          <a:ext cx="0" cy="0"/>
          <a:chOff x="0" y="0"/>
          <a:chExt cx="0" cy="0"/>
        </a:xfrm>
      </p:grpSpPr>
      <p:sp>
        <p:nvSpPr>
          <p:cNvPr id="1020" name="Google Shape;1020;p44"/>
          <p:cNvSpPr txBox="1">
            <a:spLocks noGrp="1"/>
          </p:cNvSpPr>
          <p:nvPr>
            <p:ph type="title"/>
          </p:nvPr>
        </p:nvSpPr>
        <p:spPr>
          <a:xfrm>
            <a:off x="415600" y="593367"/>
            <a:ext cx="11360700" cy="763500"/>
          </a:xfrm>
          <a:prstGeom prst="rect">
            <a:avLst/>
          </a:prstGeom>
          <a:noFill/>
          <a:ln>
            <a:noFill/>
          </a:ln>
        </p:spPr>
        <p:txBody>
          <a:bodyPr spcFirstLastPara="1" wrap="square" lIns="90000" tIns="46800" rIns="90000" bIns="46800" anchor="b" anchorCtr="0">
            <a:noAutofit/>
          </a:bodyPr>
          <a:lstStyle>
            <a:lvl1pPr lvl="0" algn="l" rtl="0">
              <a:lnSpc>
                <a:spcPct val="90000"/>
              </a:lnSpc>
              <a:spcBef>
                <a:spcPts val="0"/>
              </a:spcBef>
              <a:spcAft>
                <a:spcPts val="0"/>
              </a:spcAft>
              <a:buClr>
                <a:schemeClr val="dk1"/>
              </a:buClr>
              <a:buSzPts val="1400"/>
              <a:buFont typeface="Poppins"/>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r>
              <a:rPr lang="en-US"/>
              <a:t>Click to edit Master title style</a:t>
            </a:r>
            <a:endParaRPr/>
          </a:p>
        </p:txBody>
      </p:sp>
      <p:sp>
        <p:nvSpPr>
          <p:cNvPr id="1021" name="Google Shape;1021;p44"/>
          <p:cNvSpPr txBox="1">
            <a:spLocks noGrp="1"/>
          </p:cNvSpPr>
          <p:nvPr>
            <p:ph type="body" idx="1"/>
          </p:nvPr>
        </p:nvSpPr>
        <p:spPr>
          <a:xfrm>
            <a:off x="415600" y="1536633"/>
            <a:ext cx="11360700" cy="4555200"/>
          </a:xfrm>
          <a:prstGeom prst="rect">
            <a:avLst/>
          </a:prstGeom>
          <a:noFill/>
          <a:ln>
            <a:noFill/>
          </a:ln>
        </p:spPr>
        <p:txBody>
          <a:bodyPr spcFirstLastPara="1" wrap="square" lIns="90000" tIns="46800" rIns="90000" bIns="46800" anchor="t" anchorCtr="0">
            <a:noAutofit/>
          </a:bodyPr>
          <a:lstStyle>
            <a:lvl1pPr marL="457200" lvl="0" indent="-337883" algn="l" rtl="0">
              <a:lnSpc>
                <a:spcPct val="90000"/>
              </a:lnSpc>
              <a:spcBef>
                <a:spcPts val="675"/>
              </a:spcBef>
              <a:spcAft>
                <a:spcPts val="0"/>
              </a:spcAft>
              <a:buClr>
                <a:schemeClr val="dk1"/>
              </a:buClr>
              <a:buSzPts val="1721"/>
              <a:buChar char="⚫"/>
              <a:defRPr/>
            </a:lvl1pPr>
            <a:lvl2pPr marL="914400" lvl="1" indent="-301942" algn="l" rtl="0">
              <a:lnSpc>
                <a:spcPct val="90000"/>
              </a:lnSpc>
              <a:spcBef>
                <a:spcPts val="551"/>
              </a:spcBef>
              <a:spcAft>
                <a:spcPts val="0"/>
              </a:spcAft>
              <a:buClr>
                <a:schemeClr val="dk1"/>
              </a:buClr>
              <a:buSzPts val="1155"/>
              <a:buChar char="⚪"/>
              <a:defRPr/>
            </a:lvl2pPr>
            <a:lvl3pPr marL="1371600" lvl="2" indent="-300037" algn="l" rtl="0">
              <a:lnSpc>
                <a:spcPct val="90000"/>
              </a:lnSpc>
              <a:spcBef>
                <a:spcPts val="500"/>
              </a:spcBef>
              <a:spcAft>
                <a:spcPts val="0"/>
              </a:spcAft>
              <a:buClr>
                <a:schemeClr val="dk1"/>
              </a:buClr>
              <a:buSzPts val="1125"/>
              <a:buChar char="⯍"/>
              <a:defRPr/>
            </a:lvl3pPr>
            <a:lvl4pPr marL="1828800" lvl="3" indent="-295275" algn="l" rtl="0">
              <a:lnSpc>
                <a:spcPct val="90000"/>
              </a:lnSpc>
              <a:spcBef>
                <a:spcPts val="500"/>
              </a:spcBef>
              <a:spcAft>
                <a:spcPts val="0"/>
              </a:spcAft>
              <a:buClr>
                <a:schemeClr val="dk1"/>
              </a:buClr>
              <a:buSzPts val="1050"/>
              <a:buChar char="?"/>
              <a:defRPr/>
            </a:lvl4pPr>
            <a:lvl5pPr marL="2286000" lvl="4" indent="-323850" algn="l" rtl="0">
              <a:lnSpc>
                <a:spcPct val="90000"/>
              </a:lnSpc>
              <a:spcBef>
                <a:spcPts val="500"/>
              </a:spcBef>
              <a:spcAft>
                <a:spcPts val="0"/>
              </a:spcAft>
              <a:buClr>
                <a:schemeClr val="dk1"/>
              </a:buClr>
              <a:buSzPts val="1500"/>
              <a:buChar char="•"/>
              <a:defRPr/>
            </a:lvl5pPr>
            <a:lvl6pPr marL="2743200" lvl="5" indent="-323850" algn="l" rtl="0">
              <a:lnSpc>
                <a:spcPct val="90000"/>
              </a:lnSpc>
              <a:spcBef>
                <a:spcPts val="500"/>
              </a:spcBef>
              <a:spcAft>
                <a:spcPts val="0"/>
              </a:spcAft>
              <a:buClr>
                <a:schemeClr val="dk1"/>
              </a:buClr>
              <a:buSzPts val="1500"/>
              <a:buChar char="•"/>
              <a:defRPr/>
            </a:lvl6pPr>
            <a:lvl7pPr marL="3200400" lvl="6" indent="-323850" algn="l" rtl="0">
              <a:lnSpc>
                <a:spcPct val="90000"/>
              </a:lnSpc>
              <a:spcBef>
                <a:spcPts val="500"/>
              </a:spcBef>
              <a:spcAft>
                <a:spcPts val="0"/>
              </a:spcAft>
              <a:buClr>
                <a:schemeClr val="dk1"/>
              </a:buClr>
              <a:buSzPts val="1500"/>
              <a:buChar char="•"/>
              <a:defRPr/>
            </a:lvl7pPr>
            <a:lvl8pPr marL="3657600" lvl="7" indent="-323850" algn="l" rtl="0">
              <a:lnSpc>
                <a:spcPct val="90000"/>
              </a:lnSpc>
              <a:spcBef>
                <a:spcPts val="500"/>
              </a:spcBef>
              <a:spcAft>
                <a:spcPts val="0"/>
              </a:spcAft>
              <a:buClr>
                <a:schemeClr val="dk1"/>
              </a:buClr>
              <a:buSzPts val="1500"/>
              <a:buChar char="•"/>
              <a:defRPr/>
            </a:lvl8pPr>
            <a:lvl9pPr marL="4114800" lvl="8" indent="-323850" algn="l" rtl="0">
              <a:lnSpc>
                <a:spcPct val="90000"/>
              </a:lnSpc>
              <a:spcBef>
                <a:spcPts val="500"/>
              </a:spcBef>
              <a:spcAft>
                <a:spcPts val="0"/>
              </a:spcAft>
              <a:buClr>
                <a:schemeClr val="dk1"/>
              </a:buClr>
              <a:buSzPts val="1500"/>
              <a:buChar char="•"/>
              <a:defRPr/>
            </a:lvl9pPr>
          </a:lstStyle>
          <a:p>
            <a:pPr lvl="0"/>
            <a:r>
              <a:rPr lang="en-US"/>
              <a:t>Click to edit Master text styles</a:t>
            </a:r>
          </a:p>
        </p:txBody>
      </p:sp>
      <p:sp>
        <p:nvSpPr>
          <p:cNvPr id="1022" name="Google Shape;1022;p44"/>
          <p:cNvSpPr txBox="1">
            <a:spLocks noGrp="1"/>
          </p:cNvSpPr>
          <p:nvPr>
            <p:ph type="sldNum" idx="12"/>
          </p:nvPr>
        </p:nvSpPr>
        <p:spPr>
          <a:xfrm>
            <a:off x="11296611" y="6217623"/>
            <a:ext cx="731700" cy="524700"/>
          </a:xfrm>
          <a:prstGeom prst="rect">
            <a:avLst/>
          </a:prstGeom>
          <a:noFill/>
          <a:ln>
            <a:noFill/>
          </a:ln>
        </p:spPr>
        <p:txBody>
          <a:bodyPr spcFirstLastPara="1" wrap="square" lIns="91425" tIns="91425" rIns="91425" bIns="91425" anchor="ctr" anchorCtr="0">
            <a:noAutofit/>
          </a:bodyPr>
          <a:lstStyle>
            <a:lvl1pPr marL="0" marR="0" lvl="0" indent="0" algn="l" rtl="0">
              <a:buClr>
                <a:srgbClr val="888888"/>
              </a:buClr>
              <a:buSzPts val="1200"/>
              <a:buFont typeface="Calibri"/>
              <a:buNone/>
              <a:defRPr sz="1200" b="0" i="0" u="none" strike="noStrike" cap="none">
                <a:solidFill>
                  <a:srgbClr val="888888"/>
                </a:solidFill>
                <a:latin typeface="Calibri"/>
                <a:ea typeface="Calibri"/>
                <a:cs typeface="Calibri"/>
                <a:sym typeface="Calibri"/>
              </a:defRPr>
            </a:lvl1pPr>
            <a:lvl2pPr marL="0" marR="0" lvl="1" indent="0" algn="l" rtl="0">
              <a:buClr>
                <a:srgbClr val="888888"/>
              </a:buClr>
              <a:buSzPts val="1200"/>
              <a:buFont typeface="Calibri"/>
              <a:buNone/>
              <a:defRPr sz="1200" b="0" i="0" u="none" strike="noStrike" cap="none">
                <a:solidFill>
                  <a:srgbClr val="888888"/>
                </a:solidFill>
                <a:latin typeface="Calibri"/>
                <a:ea typeface="Calibri"/>
                <a:cs typeface="Calibri"/>
                <a:sym typeface="Calibri"/>
              </a:defRPr>
            </a:lvl2pPr>
            <a:lvl3pPr marL="0" marR="0" lvl="2" indent="0" algn="l" rtl="0">
              <a:buClr>
                <a:srgbClr val="888888"/>
              </a:buClr>
              <a:buSzPts val="1200"/>
              <a:buFont typeface="Calibri"/>
              <a:buNone/>
              <a:defRPr sz="1200" b="0" i="0" u="none" strike="noStrike" cap="none">
                <a:solidFill>
                  <a:srgbClr val="888888"/>
                </a:solidFill>
                <a:latin typeface="Calibri"/>
                <a:ea typeface="Calibri"/>
                <a:cs typeface="Calibri"/>
                <a:sym typeface="Calibri"/>
              </a:defRPr>
            </a:lvl3pPr>
            <a:lvl4pPr marL="0" marR="0" lvl="3" indent="0" algn="l" rtl="0">
              <a:buClr>
                <a:srgbClr val="888888"/>
              </a:buClr>
              <a:buSzPts val="1200"/>
              <a:buFont typeface="Calibri"/>
              <a:buNone/>
              <a:defRPr sz="1200" b="0" i="0" u="none" strike="noStrike" cap="none">
                <a:solidFill>
                  <a:srgbClr val="888888"/>
                </a:solidFill>
                <a:latin typeface="Calibri"/>
                <a:ea typeface="Calibri"/>
                <a:cs typeface="Calibri"/>
                <a:sym typeface="Calibri"/>
              </a:defRPr>
            </a:lvl4pPr>
            <a:lvl5pPr marL="0" marR="0" lvl="4" indent="0" algn="l" rtl="0">
              <a:buClr>
                <a:srgbClr val="888888"/>
              </a:buClr>
              <a:buSzPts val="1200"/>
              <a:buFont typeface="Calibri"/>
              <a:buNone/>
              <a:defRPr sz="1200" b="0" i="0" u="none" strike="noStrike" cap="none">
                <a:solidFill>
                  <a:srgbClr val="888888"/>
                </a:solidFill>
                <a:latin typeface="Calibri"/>
                <a:ea typeface="Calibri"/>
                <a:cs typeface="Calibri"/>
                <a:sym typeface="Calibri"/>
              </a:defRPr>
            </a:lvl5pPr>
            <a:lvl6pPr marL="0" marR="0" lvl="5" indent="0" algn="l" rtl="0">
              <a:buClr>
                <a:srgbClr val="888888"/>
              </a:buClr>
              <a:buSzPts val="1200"/>
              <a:buFont typeface="Calibri"/>
              <a:buNone/>
              <a:defRPr sz="1200" b="0" i="0" u="none" strike="noStrike" cap="none">
                <a:solidFill>
                  <a:srgbClr val="888888"/>
                </a:solidFill>
                <a:latin typeface="Calibri"/>
                <a:ea typeface="Calibri"/>
                <a:cs typeface="Calibri"/>
                <a:sym typeface="Calibri"/>
              </a:defRPr>
            </a:lvl6pPr>
            <a:lvl7pPr marL="0" marR="0" lvl="6" indent="0" algn="l" rtl="0">
              <a:buClr>
                <a:srgbClr val="888888"/>
              </a:buClr>
              <a:buSzPts val="1200"/>
              <a:buFont typeface="Calibri"/>
              <a:buNone/>
              <a:defRPr sz="1200" b="0" i="0" u="none" strike="noStrike" cap="none">
                <a:solidFill>
                  <a:srgbClr val="888888"/>
                </a:solidFill>
                <a:latin typeface="Calibri"/>
                <a:ea typeface="Calibri"/>
                <a:cs typeface="Calibri"/>
                <a:sym typeface="Calibri"/>
              </a:defRPr>
            </a:lvl7pPr>
            <a:lvl8pPr marL="0" marR="0" lvl="7" indent="0" algn="l" rtl="0">
              <a:buClr>
                <a:srgbClr val="888888"/>
              </a:buClr>
              <a:buSzPts val="1200"/>
              <a:buFont typeface="Calibri"/>
              <a:buNone/>
              <a:defRPr sz="1200" b="0" i="0" u="none" strike="noStrike" cap="none">
                <a:solidFill>
                  <a:srgbClr val="888888"/>
                </a:solidFill>
                <a:latin typeface="Calibri"/>
                <a:ea typeface="Calibri"/>
                <a:cs typeface="Calibri"/>
                <a:sym typeface="Calibri"/>
              </a:defRPr>
            </a:lvl8pPr>
            <a:lvl9pPr marL="0" marR="0" lvl="8" indent="0" algn="l" rtl="0">
              <a:buClr>
                <a:srgbClr val="888888"/>
              </a:buClr>
              <a:buSzPts val="1200"/>
              <a:buFont typeface="Calibri"/>
              <a:buNone/>
              <a:defRPr sz="1200" b="0" i="0" u="none" strike="noStrike" cap="none">
                <a:solidFill>
                  <a:srgbClr val="888888"/>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en-IN"/>
              <a:t>‹#›</a:t>
            </a:fld>
            <a:endParaRPr/>
          </a:p>
        </p:txBody>
      </p:sp>
    </p:spTree>
    <p:extLst>
      <p:ext uri="{BB962C8B-B14F-4D97-AF65-F5344CB8AC3E}">
        <p14:creationId xmlns:p14="http://schemas.microsoft.com/office/powerpoint/2010/main" val="4738241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theme" Target="../theme/theme2.xml"/><Relationship Id="rId14"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theme" Target="../theme/theme3.xml"/><Relationship Id="rId4" Type="http://schemas.openxmlformats.org/officeDocument/2006/relationships/image" Target="../media/image2.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theme" Target="../theme/theme4.xml"/><Relationship Id="rId4"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theme" Target="../theme/theme5.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751"/>
        <p:cNvGrpSpPr/>
        <p:nvPr/>
      </p:nvGrpSpPr>
      <p:grpSpPr>
        <a:xfrm>
          <a:off x="0" y="0"/>
          <a:ext cx="0" cy="0"/>
          <a:chOff x="0" y="0"/>
          <a:chExt cx="0" cy="0"/>
        </a:xfrm>
      </p:grpSpPr>
      <p:sp>
        <p:nvSpPr>
          <p:cNvPr id="752" name="Google Shape;752;p1"/>
          <p:cNvSpPr/>
          <p:nvPr/>
        </p:nvSpPr>
        <p:spPr>
          <a:xfrm>
            <a:off x="0" y="6096000"/>
            <a:ext cx="12192000" cy="771900"/>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53" name="Google Shape;753;p1"/>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54" name="Google Shape;754;p1"/>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venir"/>
                <a:ea typeface="Avenir"/>
                <a:cs typeface="Avenir"/>
                <a:sym typeface="Avenir"/>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venir"/>
                <a:ea typeface="Avenir"/>
                <a:cs typeface="Avenir"/>
                <a:sym typeface="Avenir"/>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venir"/>
                <a:ea typeface="Avenir"/>
                <a:cs typeface="Avenir"/>
                <a:sym typeface="Avenir"/>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5" name="Google Shape;755;p1"/>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56" name="Google Shape;756;p1"/>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57" name="Google Shape;757;p1"/>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
        <p:nvSpPr>
          <p:cNvPr id="758" name="Google Shape;758;p1"/>
          <p:cNvSpPr/>
          <p:nvPr/>
        </p:nvSpPr>
        <p:spPr>
          <a:xfrm>
            <a:off x="0" y="6140361"/>
            <a:ext cx="12192000" cy="705000"/>
          </a:xfrm>
          <a:prstGeom prst="rect">
            <a:avLst/>
          </a:prstGeom>
          <a:solidFill>
            <a:srgbClr val="B6114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759" name="Google Shape;759;p1"/>
          <p:cNvPicPr preferRelativeResize="0"/>
          <p:nvPr/>
        </p:nvPicPr>
        <p:blipFill rotWithShape="1">
          <a:blip r:embed="rId15">
            <a:alphaModFix/>
          </a:blip>
          <a:srcRect/>
          <a:stretch/>
        </p:blipFill>
        <p:spPr>
          <a:xfrm>
            <a:off x="9890762" y="6165912"/>
            <a:ext cx="1935479" cy="618068"/>
          </a:xfrm>
          <a:prstGeom prst="rect">
            <a:avLst/>
          </a:prstGeom>
          <a:noFill/>
          <a:ln>
            <a:noFill/>
          </a:ln>
        </p:spPr>
      </p:pic>
    </p:spTree>
    <p:extLst>
      <p:ext uri="{BB962C8B-B14F-4D97-AF65-F5344CB8AC3E}">
        <p14:creationId xmlns:p14="http://schemas.microsoft.com/office/powerpoint/2010/main" val="1276674073"/>
      </p:ext>
    </p:extLst>
  </p:cSld>
  <p:clrMap bg1="lt1" tx1="dk1" bg2="dk2" tx2="lt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Ls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832"/>
        <p:cNvGrpSpPr/>
        <p:nvPr/>
      </p:nvGrpSpPr>
      <p:grpSpPr>
        <a:xfrm>
          <a:off x="0" y="0"/>
          <a:ext cx="0" cy="0"/>
          <a:chOff x="0" y="0"/>
          <a:chExt cx="0" cy="0"/>
        </a:xfrm>
      </p:grpSpPr>
      <p:sp>
        <p:nvSpPr>
          <p:cNvPr id="833" name="Google Shape;833;p15"/>
          <p:cNvSpPr/>
          <p:nvPr/>
        </p:nvSpPr>
        <p:spPr>
          <a:xfrm>
            <a:off x="0" y="6096000"/>
            <a:ext cx="12192000" cy="771900"/>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834" name="Google Shape;834;p15"/>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835" name="Google Shape;835;p15"/>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venir"/>
                <a:ea typeface="Avenir"/>
                <a:cs typeface="Avenir"/>
                <a:sym typeface="Avenir"/>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venir"/>
                <a:ea typeface="Avenir"/>
                <a:cs typeface="Avenir"/>
                <a:sym typeface="Avenir"/>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venir"/>
                <a:ea typeface="Avenir"/>
                <a:cs typeface="Avenir"/>
                <a:sym typeface="Avenir"/>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36" name="Google Shape;836;p15"/>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7" name="Google Shape;837;p15"/>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8" name="Google Shape;838;p15"/>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
        <p:nvSpPr>
          <p:cNvPr id="839" name="Google Shape;839;p15"/>
          <p:cNvSpPr/>
          <p:nvPr/>
        </p:nvSpPr>
        <p:spPr>
          <a:xfrm>
            <a:off x="0" y="6140361"/>
            <a:ext cx="12192000" cy="705000"/>
          </a:xfrm>
          <a:prstGeom prst="rect">
            <a:avLst/>
          </a:prstGeom>
          <a:solidFill>
            <a:srgbClr val="B6114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840" name="Google Shape;840;p15"/>
          <p:cNvPicPr preferRelativeResize="0"/>
          <p:nvPr/>
        </p:nvPicPr>
        <p:blipFill rotWithShape="1">
          <a:blip r:embed="rId14">
            <a:alphaModFix/>
          </a:blip>
          <a:srcRect/>
          <a:stretch/>
        </p:blipFill>
        <p:spPr>
          <a:xfrm>
            <a:off x="9890762" y="6165912"/>
            <a:ext cx="1935479" cy="618068"/>
          </a:xfrm>
          <a:prstGeom prst="rect">
            <a:avLst/>
          </a:prstGeom>
          <a:noFill/>
          <a:ln>
            <a:noFill/>
          </a:ln>
        </p:spPr>
      </p:pic>
    </p:spTree>
    <p:extLst>
      <p:ext uri="{BB962C8B-B14F-4D97-AF65-F5344CB8AC3E}">
        <p14:creationId xmlns:p14="http://schemas.microsoft.com/office/powerpoint/2010/main" val="33428607"/>
      </p:ext>
    </p:extLst>
  </p:cSld>
  <p:clrMap bg1="lt1" tx1="dk1" bg2="dk2" tx2="lt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96" r:id="rId12"/>
  </p:sldLayoutIdLs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910"/>
        <p:cNvGrpSpPr/>
        <p:nvPr/>
      </p:nvGrpSpPr>
      <p:grpSpPr>
        <a:xfrm>
          <a:off x="0" y="0"/>
          <a:ext cx="0" cy="0"/>
          <a:chOff x="0" y="0"/>
          <a:chExt cx="0" cy="0"/>
        </a:xfrm>
      </p:grpSpPr>
      <p:sp>
        <p:nvSpPr>
          <p:cNvPr id="911" name="Google Shape;911;p27"/>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912" name="Google Shape;912;p27"/>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venir"/>
                <a:ea typeface="Avenir"/>
                <a:cs typeface="Avenir"/>
                <a:sym typeface="Avenir"/>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venir"/>
                <a:ea typeface="Avenir"/>
                <a:cs typeface="Avenir"/>
                <a:sym typeface="Avenir"/>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venir"/>
                <a:ea typeface="Avenir"/>
                <a:cs typeface="Avenir"/>
                <a:sym typeface="Avenir"/>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3" name="Google Shape;913;p27"/>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14" name="Google Shape;914;p27"/>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15" name="Google Shape;915;p27"/>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
        <p:nvSpPr>
          <p:cNvPr id="916" name="Google Shape;916;p27"/>
          <p:cNvSpPr/>
          <p:nvPr/>
        </p:nvSpPr>
        <p:spPr>
          <a:xfrm>
            <a:off x="0" y="-335280"/>
            <a:ext cx="12192000" cy="7193400"/>
          </a:xfrm>
          <a:prstGeom prst="rect">
            <a:avLst/>
          </a:prstGeom>
          <a:solidFill>
            <a:srgbClr val="B6114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cxnSp>
        <p:nvCxnSpPr>
          <p:cNvPr id="917" name="Google Shape;917;p27"/>
          <p:cNvCxnSpPr/>
          <p:nvPr/>
        </p:nvCxnSpPr>
        <p:spPr>
          <a:xfrm>
            <a:off x="3345180" y="2707281"/>
            <a:ext cx="0" cy="2283900"/>
          </a:xfrm>
          <a:prstGeom prst="straightConnector1">
            <a:avLst/>
          </a:prstGeom>
          <a:noFill/>
          <a:ln w="34925" cap="flat" cmpd="sng">
            <a:solidFill>
              <a:schemeClr val="dk1"/>
            </a:solidFill>
            <a:prstDash val="solid"/>
            <a:miter lim="800000"/>
            <a:headEnd type="none" w="sm" len="sm"/>
            <a:tailEnd type="none" w="sm" len="sm"/>
          </a:ln>
        </p:spPr>
      </p:cxnSp>
      <p:pic>
        <p:nvPicPr>
          <p:cNvPr id="918" name="Google Shape;918;p27"/>
          <p:cNvPicPr preferRelativeResize="0"/>
          <p:nvPr/>
        </p:nvPicPr>
        <p:blipFill rotWithShape="1">
          <a:blip r:embed="rId4">
            <a:alphaModFix/>
          </a:blip>
          <a:srcRect/>
          <a:stretch/>
        </p:blipFill>
        <p:spPr>
          <a:xfrm>
            <a:off x="3451862" y="2544174"/>
            <a:ext cx="4801940" cy="1533432"/>
          </a:xfrm>
          <a:prstGeom prst="rect">
            <a:avLst/>
          </a:prstGeom>
          <a:noFill/>
          <a:ln>
            <a:noFill/>
          </a:ln>
        </p:spPr>
      </p:pic>
    </p:spTree>
    <p:extLst>
      <p:ext uri="{BB962C8B-B14F-4D97-AF65-F5344CB8AC3E}">
        <p14:creationId xmlns:p14="http://schemas.microsoft.com/office/powerpoint/2010/main" val="1044743740"/>
      </p:ext>
    </p:extLst>
  </p:cSld>
  <p:clrMap bg1="lt1" tx1="dk1" bg2="dk2" tx2="lt2" accent1="accent1" accent2="accent2" accent3="accent3" accent4="accent4" accent5="accent5" accent6="accent6" hlink="hlink" folHlink="folHlink"/>
  <p:sldLayoutIdLst>
    <p:sldLayoutId id="2147483678" r:id="rId1"/>
    <p:sldLayoutId id="2147483695" r:id="rId2"/>
  </p:sldLayoutIdLs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921"/>
        <p:cNvGrpSpPr/>
        <p:nvPr/>
      </p:nvGrpSpPr>
      <p:grpSpPr>
        <a:xfrm>
          <a:off x="0" y="0"/>
          <a:ext cx="0" cy="0"/>
          <a:chOff x="0" y="0"/>
          <a:chExt cx="0" cy="0"/>
        </a:xfrm>
      </p:grpSpPr>
      <p:sp>
        <p:nvSpPr>
          <p:cNvPr id="922" name="Google Shape;922;p29"/>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923" name="Google Shape;923;p29"/>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venir"/>
                <a:ea typeface="Avenir"/>
                <a:cs typeface="Avenir"/>
                <a:sym typeface="Avenir"/>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venir"/>
                <a:ea typeface="Avenir"/>
                <a:cs typeface="Avenir"/>
                <a:sym typeface="Avenir"/>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venir"/>
                <a:ea typeface="Avenir"/>
                <a:cs typeface="Avenir"/>
                <a:sym typeface="Avenir"/>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24" name="Google Shape;924;p29"/>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25" name="Google Shape;925;p29"/>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26" name="Google Shape;926;p29"/>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
        <p:nvSpPr>
          <p:cNvPr id="927" name="Google Shape;927;p29"/>
          <p:cNvSpPr/>
          <p:nvPr/>
        </p:nvSpPr>
        <p:spPr>
          <a:xfrm>
            <a:off x="0" y="-335280"/>
            <a:ext cx="12192000" cy="7193400"/>
          </a:xfrm>
          <a:prstGeom prst="rect">
            <a:avLst/>
          </a:prstGeom>
          <a:solidFill>
            <a:srgbClr val="B6114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cxnSp>
        <p:nvCxnSpPr>
          <p:cNvPr id="928" name="Google Shape;928;p29"/>
          <p:cNvCxnSpPr/>
          <p:nvPr/>
        </p:nvCxnSpPr>
        <p:spPr>
          <a:xfrm>
            <a:off x="3345180" y="2707281"/>
            <a:ext cx="0" cy="2283900"/>
          </a:xfrm>
          <a:prstGeom prst="straightConnector1">
            <a:avLst/>
          </a:prstGeom>
          <a:noFill/>
          <a:ln w="34925" cap="flat" cmpd="sng">
            <a:solidFill>
              <a:schemeClr val="dk1"/>
            </a:solidFill>
            <a:prstDash val="solid"/>
            <a:miter lim="800000"/>
            <a:headEnd type="none" w="sm" len="sm"/>
            <a:tailEnd type="none" w="sm" len="sm"/>
          </a:ln>
        </p:spPr>
      </p:cxnSp>
      <p:pic>
        <p:nvPicPr>
          <p:cNvPr id="929" name="Google Shape;929;p29"/>
          <p:cNvPicPr preferRelativeResize="0"/>
          <p:nvPr/>
        </p:nvPicPr>
        <p:blipFill rotWithShape="1">
          <a:blip r:embed="rId4">
            <a:alphaModFix/>
          </a:blip>
          <a:srcRect/>
          <a:stretch/>
        </p:blipFill>
        <p:spPr>
          <a:xfrm>
            <a:off x="3451862" y="2544174"/>
            <a:ext cx="4801940" cy="1533432"/>
          </a:xfrm>
          <a:prstGeom prst="rect">
            <a:avLst/>
          </a:prstGeom>
          <a:noFill/>
          <a:ln>
            <a:noFill/>
          </a:ln>
        </p:spPr>
      </p:pic>
      <p:sp>
        <p:nvSpPr>
          <p:cNvPr id="930" name="Google Shape;930;p29"/>
          <p:cNvSpPr/>
          <p:nvPr/>
        </p:nvSpPr>
        <p:spPr>
          <a:xfrm>
            <a:off x="0" y="-335280"/>
            <a:ext cx="12192000" cy="7193400"/>
          </a:xfrm>
          <a:prstGeom prst="rect">
            <a:avLst/>
          </a:prstGeom>
          <a:solidFill>
            <a:srgbClr val="B6114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cxnSp>
        <p:nvCxnSpPr>
          <p:cNvPr id="931" name="Google Shape;931;p29"/>
          <p:cNvCxnSpPr/>
          <p:nvPr/>
        </p:nvCxnSpPr>
        <p:spPr>
          <a:xfrm>
            <a:off x="3345180" y="2707281"/>
            <a:ext cx="0" cy="2283900"/>
          </a:xfrm>
          <a:prstGeom prst="straightConnector1">
            <a:avLst/>
          </a:prstGeom>
          <a:noFill/>
          <a:ln w="34925" cap="flat" cmpd="sng">
            <a:solidFill>
              <a:schemeClr val="dk1"/>
            </a:solidFill>
            <a:prstDash val="solid"/>
            <a:miter lim="800000"/>
            <a:headEnd type="none" w="sm" len="sm"/>
            <a:tailEnd type="none" w="sm" len="sm"/>
          </a:ln>
        </p:spPr>
      </p:cxnSp>
      <p:pic>
        <p:nvPicPr>
          <p:cNvPr id="932" name="Google Shape;932;p29"/>
          <p:cNvPicPr preferRelativeResize="0"/>
          <p:nvPr/>
        </p:nvPicPr>
        <p:blipFill rotWithShape="1">
          <a:blip r:embed="rId4">
            <a:alphaModFix/>
          </a:blip>
          <a:srcRect/>
          <a:stretch/>
        </p:blipFill>
        <p:spPr>
          <a:xfrm>
            <a:off x="3451862" y="2544174"/>
            <a:ext cx="4801940" cy="1533432"/>
          </a:xfrm>
          <a:prstGeom prst="rect">
            <a:avLst/>
          </a:prstGeom>
          <a:noFill/>
          <a:ln>
            <a:noFill/>
          </a:ln>
        </p:spPr>
      </p:pic>
    </p:spTree>
    <p:extLst>
      <p:ext uri="{BB962C8B-B14F-4D97-AF65-F5344CB8AC3E}">
        <p14:creationId xmlns:p14="http://schemas.microsoft.com/office/powerpoint/2010/main" val="3106833427"/>
      </p:ext>
    </p:extLst>
  </p:cSld>
  <p:clrMap bg1="lt1" tx1="dk1" bg2="dk2" tx2="lt2" accent1="accent1" accent2="accent2" accent3="accent3" accent4="accent4" accent5="accent5" accent6="accent6" hlink="hlink" folHlink="folHlink"/>
  <p:sldLayoutIdLst>
    <p:sldLayoutId id="2147483680" r:id="rId1"/>
    <p:sldLayoutId id="2147483681" r:id="rId2"/>
  </p:sldLayoutIdLs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941"/>
        <p:cNvGrpSpPr/>
        <p:nvPr/>
      </p:nvGrpSpPr>
      <p:grpSpPr>
        <a:xfrm>
          <a:off x="0" y="0"/>
          <a:ext cx="0" cy="0"/>
          <a:chOff x="0" y="0"/>
          <a:chExt cx="0" cy="0"/>
        </a:xfrm>
      </p:grpSpPr>
      <p:sp>
        <p:nvSpPr>
          <p:cNvPr id="942" name="Google Shape;942;p32"/>
          <p:cNvSpPr/>
          <p:nvPr/>
        </p:nvSpPr>
        <p:spPr>
          <a:xfrm>
            <a:off x="0" y="6096000"/>
            <a:ext cx="12192000" cy="771900"/>
          </a:xfrm>
          <a:prstGeom prst="rect">
            <a:avLst/>
          </a:prstGeom>
          <a:solidFill>
            <a:srgbClr val="00000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943" name="Google Shape;943;p32"/>
          <p:cNvSpPr txBox="1">
            <a:spLocks noGrp="1"/>
          </p:cNvSpPr>
          <p:nvPr>
            <p:ph type="title"/>
          </p:nvPr>
        </p:nvSpPr>
        <p:spPr>
          <a:xfrm>
            <a:off x="838200" y="365127"/>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944" name="Google Shape;944;p32"/>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venir"/>
                <a:ea typeface="Avenir"/>
                <a:cs typeface="Avenir"/>
                <a:sym typeface="Avenir"/>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venir"/>
                <a:ea typeface="Avenir"/>
                <a:cs typeface="Avenir"/>
                <a:sym typeface="Avenir"/>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venir"/>
                <a:ea typeface="Avenir"/>
                <a:cs typeface="Avenir"/>
                <a:sym typeface="Avenir"/>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venir"/>
                <a:ea typeface="Avenir"/>
                <a:cs typeface="Avenir"/>
                <a:sym typeface="Avenir"/>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45" name="Google Shape;945;p32"/>
          <p:cNvSpPr txBox="1">
            <a:spLocks noGrp="1"/>
          </p:cNvSpPr>
          <p:nvPr>
            <p:ph type="dt" idx="10"/>
          </p:nvPr>
        </p:nvSpPr>
        <p:spPr>
          <a:xfrm>
            <a:off x="838200" y="6356352"/>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46" name="Google Shape;946;p32"/>
          <p:cNvSpPr txBox="1">
            <a:spLocks noGrp="1"/>
          </p:cNvSpPr>
          <p:nvPr>
            <p:ph type="ftr" idx="11"/>
          </p:nvPr>
        </p:nvSpPr>
        <p:spPr>
          <a:xfrm>
            <a:off x="4038600" y="6356352"/>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47" name="Google Shape;947;p32"/>
          <p:cNvSpPr txBox="1">
            <a:spLocks noGrp="1"/>
          </p:cNvSpPr>
          <p:nvPr>
            <p:ph type="sldNum" idx="12"/>
          </p:nvPr>
        </p:nvSpPr>
        <p:spPr>
          <a:xfrm>
            <a:off x="8610600" y="6356352"/>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
        <p:nvSpPr>
          <p:cNvPr id="948" name="Google Shape;948;p32"/>
          <p:cNvSpPr/>
          <p:nvPr/>
        </p:nvSpPr>
        <p:spPr>
          <a:xfrm>
            <a:off x="0" y="6140361"/>
            <a:ext cx="12192000" cy="705000"/>
          </a:xfrm>
          <a:prstGeom prst="rect">
            <a:avLst/>
          </a:prstGeom>
          <a:solidFill>
            <a:srgbClr val="B6114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949" name="Google Shape;949;p32"/>
          <p:cNvPicPr preferRelativeResize="0"/>
          <p:nvPr/>
        </p:nvPicPr>
        <p:blipFill rotWithShape="1">
          <a:blip r:embed="rId14">
            <a:alphaModFix/>
          </a:blip>
          <a:srcRect/>
          <a:stretch/>
        </p:blipFill>
        <p:spPr>
          <a:xfrm>
            <a:off x="9890762" y="6165912"/>
            <a:ext cx="1935479" cy="618068"/>
          </a:xfrm>
          <a:prstGeom prst="rect">
            <a:avLst/>
          </a:prstGeom>
          <a:noFill/>
          <a:ln>
            <a:noFill/>
          </a:ln>
        </p:spPr>
      </p:pic>
    </p:spTree>
    <p:extLst>
      <p:ext uri="{BB962C8B-B14F-4D97-AF65-F5344CB8AC3E}">
        <p14:creationId xmlns:p14="http://schemas.microsoft.com/office/powerpoint/2010/main" val="3521568297"/>
      </p:ext>
    </p:extLst>
  </p:cSld>
  <p:clrMap bg1="lt1" tx1="dk1" bg2="dk2" tx2="lt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Ls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457200" y="201168"/>
            <a:ext cx="640080" cy="640080"/>
          </a:xfrm>
          <a:prstGeom prst="rect">
            <a:avLst/>
          </a:prstGeom>
          <a:noFill/>
          <a:ln/>
        </p:spPr>
        <p:txBody>
          <a:bodyPr wrap="square" rtlCol="0" anchor="ctr"/>
          <a:lstStyle/>
          <a:p>
            <a:pPr marL="0" indent="0" algn="ctr">
              <a:buNone/>
            </a:pPr>
            <a:endParaRPr lang="en-US" sz="1000" dirty="0">
              <a:solidFill>
                <a:srgbClr val="FF0000"/>
              </a:solidFill>
            </a:endParaRPr>
          </a:p>
        </p:txBody>
      </p:sp>
      <p:sp>
        <p:nvSpPr>
          <p:cNvPr id="5" name="Text 3"/>
          <p:cNvSpPr/>
          <p:nvPr/>
        </p:nvSpPr>
        <p:spPr>
          <a:xfrm>
            <a:off x="3959352" y="1285574"/>
            <a:ext cx="7772400" cy="384048"/>
          </a:xfrm>
          <a:prstGeom prst="rect">
            <a:avLst/>
          </a:prstGeom>
          <a:noFill/>
          <a:ln/>
        </p:spPr>
        <p:txBody>
          <a:bodyPr wrap="square" rtlCol="0" anchor="ctr"/>
          <a:lstStyle/>
          <a:p>
            <a:pPr marL="0" indent="0" algn="l">
              <a:buNone/>
              <a:defRPr sz="1800" b="1" i="0">
                <a:solidFill>
                  <a:srgbClr val="0F172A"/>
                </a:solidFill>
                <a:latin typeface="Calibri"/>
              </a:defRPr>
            </a:pPr>
            <a:r>
              <a:t>ReliefPlan AI: Autonomous Humanitarian Camp Layout &amp; Geospatial Optimization</a:t>
            </a:r>
            <a:endParaRPr lang="en-US" sz="2800" dirty="0">
              <a:solidFill>
                <a:srgbClr val="FF0000"/>
              </a:solidFill>
            </a:endParaRPr>
          </a:p>
        </p:txBody>
      </p:sp>
      <p:sp>
        <p:nvSpPr>
          <p:cNvPr id="6" name="Text 4"/>
          <p:cNvSpPr/>
          <p:nvPr/>
        </p:nvSpPr>
        <p:spPr>
          <a:xfrm>
            <a:off x="640080" y="1923809"/>
            <a:ext cx="10588752" cy="198882"/>
          </a:xfrm>
          <a:prstGeom prst="rect">
            <a:avLst/>
          </a:prstGeom>
          <a:noFill/>
          <a:ln/>
        </p:spPr>
        <p:txBody>
          <a:bodyPr wrap="square" rtlCol="0" anchor="ctr"/>
          <a:lstStyle/>
          <a:p>
            <a:pPr marL="0" indent="0" algn="l">
              <a:buNone/>
              <a:defRPr sz="1100" b="1" i="0">
                <a:solidFill>
                  <a:srgbClr val="1E293B"/>
                </a:solidFill>
                <a:latin typeface="Calibri"/>
              </a:defRPr>
            </a:pPr>
            <a:r>
              <a:t>Group No: 2                                                                                                Category: Research-Product-Software</a:t>
            </a:r>
            <a:endParaRPr lang="en-US" dirty="0">
              <a:solidFill>
                <a:schemeClr val="tx1"/>
              </a:solidFill>
            </a:endParaRPr>
          </a:p>
        </p:txBody>
      </p:sp>
      <p:sp>
        <p:nvSpPr>
          <p:cNvPr id="11" name="Text 9"/>
          <p:cNvSpPr/>
          <p:nvPr/>
        </p:nvSpPr>
        <p:spPr>
          <a:xfrm>
            <a:off x="6183086" y="2276127"/>
            <a:ext cx="5212080" cy="228600"/>
          </a:xfrm>
          <a:prstGeom prst="rect">
            <a:avLst/>
          </a:prstGeom>
          <a:noFill/>
          <a:ln/>
        </p:spPr>
        <p:txBody>
          <a:bodyPr wrap="square" rtlCol="0" anchor="ctr"/>
          <a:lstStyle/>
          <a:p>
            <a:pPr marL="0" indent="0">
              <a:buNone/>
            </a:pPr>
            <a:r>
              <a:rPr lang="en-US" b="1" dirty="0">
                <a:solidFill>
                  <a:srgbClr val="FF0000"/>
                </a:solidFill>
                <a:latin typeface="Calibri" pitchFamily="34" charset="0"/>
                <a:ea typeface="Calibri" pitchFamily="34" charset="-122"/>
                <a:cs typeface="Calibri" pitchFamily="34" charset="-120"/>
              </a:rPr>
              <a:t>FACULTY GUIDE</a:t>
            </a:r>
            <a:endParaRPr lang="en-US" dirty="0">
              <a:solidFill>
                <a:srgbClr val="FF0000"/>
              </a:solidFill>
            </a:endParaRPr>
          </a:p>
        </p:txBody>
      </p:sp>
      <p:sp>
        <p:nvSpPr>
          <p:cNvPr id="12" name="Text 10"/>
          <p:cNvSpPr/>
          <p:nvPr/>
        </p:nvSpPr>
        <p:spPr>
          <a:xfrm>
            <a:off x="6183086" y="2471897"/>
            <a:ext cx="5212080" cy="457200"/>
          </a:xfrm>
          <a:prstGeom prst="rect">
            <a:avLst/>
          </a:prstGeom>
          <a:noFill/>
          <a:ln/>
        </p:spPr>
        <p:txBody>
          <a:bodyPr wrap="square" rtlCol="0" anchor="t"/>
          <a:lstStyle/>
          <a:p>
            <a:pPr marL="0" indent="0">
              <a:buNone/>
            </a:pPr>
            <a:r>
              <a:rPr lang="en-US" sz="1600" dirty="0">
                <a:solidFill>
                  <a:schemeClr val="tx1"/>
                </a:solidFill>
                <a:latin typeface="Calibri" pitchFamily="34" charset="0"/>
                <a:ea typeface="Calibri" pitchFamily="34" charset="-122"/>
                <a:cs typeface="Calibri" pitchFamily="34" charset="-120"/>
              </a:rPr>
              <a:t>Dr. Bagyammal T, Professor, CSE Department</a:t>
            </a:r>
            <a:endParaRPr lang="en-US" sz="1600" dirty="0">
              <a:solidFill>
                <a:schemeClr val="tx1"/>
              </a:solidFill>
            </a:endParaRPr>
          </a:p>
        </p:txBody>
      </p:sp>
      <p:sp>
        <p:nvSpPr>
          <p:cNvPr id="13" name="Text 11"/>
          <p:cNvSpPr/>
          <p:nvPr/>
        </p:nvSpPr>
        <p:spPr>
          <a:xfrm>
            <a:off x="640080" y="2884932"/>
            <a:ext cx="4572000" cy="274320"/>
          </a:xfrm>
          <a:prstGeom prst="rect">
            <a:avLst/>
          </a:prstGeom>
          <a:noFill/>
          <a:ln/>
        </p:spPr>
        <p:txBody>
          <a:bodyPr wrap="square" rtlCol="0" anchor="ctr"/>
          <a:lstStyle/>
          <a:p>
            <a:pPr marL="0" indent="0">
              <a:buNone/>
            </a:pPr>
            <a:r>
              <a:rPr lang="en-US" sz="1600" b="1" dirty="0">
                <a:solidFill>
                  <a:srgbClr val="FF0000"/>
                </a:solidFill>
                <a:latin typeface="Calibri" pitchFamily="34" charset="0"/>
                <a:ea typeface="Calibri" pitchFamily="34" charset="-122"/>
                <a:cs typeface="Calibri" pitchFamily="34" charset="-120"/>
              </a:rPr>
              <a:t>TEAM MEMBERS</a:t>
            </a:r>
            <a:endParaRPr lang="en-US" sz="1600" dirty="0">
              <a:solidFill>
                <a:srgbClr val="FF0000"/>
              </a:solidFill>
            </a:endParaRPr>
          </a:p>
        </p:txBody>
      </p:sp>
      <p:graphicFrame>
        <p:nvGraphicFramePr>
          <p:cNvPr id="14" name="Table 0"/>
          <p:cNvGraphicFramePr>
            <a:graphicFrameLocks noGrp="1"/>
          </p:cNvGraphicFramePr>
          <p:nvPr>
            <p:extLst>
              <p:ext uri="{D42A27DB-BD31-4B8C-83A1-F6EECF244321}">
                <p14:modId xmlns:p14="http://schemas.microsoft.com/office/powerpoint/2010/main" val="1991943137"/>
              </p:ext>
            </p:extLst>
          </p:nvPr>
        </p:nvGraphicFramePr>
        <p:xfrm>
          <a:off x="640080" y="3274708"/>
          <a:ext cx="11274552" cy="1828800"/>
        </p:xfrm>
        <a:graphic>
          <a:graphicData uri="http://schemas.openxmlformats.org/drawingml/2006/table">
            <a:tbl>
              <a:tblPr/>
              <a:tblGrid>
                <a:gridCol w="11887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2862072">
                  <a:extLst>
                    <a:ext uri="{9D8B030D-6E8A-4147-A177-3AD203B41FA5}">
                      <a16:colId xmlns:a16="http://schemas.microsoft.com/office/drawing/2014/main" val="20005"/>
                    </a:ext>
                  </a:extLst>
                </a:gridCol>
              </a:tblGrid>
              <a:tr h="457200">
                <a:tc>
                  <a:txBody>
                    <a:bodyPr/>
                    <a:lstStyle/>
                    <a:p>
                      <a:pPr marL="0" indent="0" algn="ctr">
                        <a:buNone/>
                      </a:pPr>
                      <a:r>
                        <a:rPr lang="en-US" sz="1800" b="1" dirty="0">
                          <a:solidFill>
                            <a:srgbClr val="FFFFFF"/>
                          </a:solidFill>
                          <a:latin typeface="Calibri" pitchFamily="34" charset="0"/>
                          <a:ea typeface="Calibri" pitchFamily="34" charset="-122"/>
                          <a:cs typeface="Calibri" pitchFamily="34" charset="-120"/>
                        </a:rPr>
                        <a:t>Roll No</a:t>
                      </a:r>
                      <a:endParaRPr lang="en-US" sz="18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tc>
                  <a:txBody>
                    <a:bodyPr/>
                    <a:lstStyle/>
                    <a:p>
                      <a:pPr marL="0" indent="0" algn="ctr">
                        <a:buNone/>
                      </a:pPr>
                      <a:r>
                        <a:rPr lang="en-US" sz="1800" b="1" dirty="0">
                          <a:solidFill>
                            <a:srgbClr val="FFFFFF"/>
                          </a:solidFill>
                          <a:latin typeface="Calibri" pitchFamily="34" charset="0"/>
                          <a:ea typeface="Calibri" pitchFamily="34" charset="-122"/>
                          <a:cs typeface="Calibri" pitchFamily="34" charset="-120"/>
                        </a:rPr>
                        <a:t>Name</a:t>
                      </a:r>
                      <a:endParaRPr lang="en-US" sz="18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tc>
                  <a:txBody>
                    <a:bodyPr/>
                    <a:lstStyle/>
                    <a:p>
                      <a:pPr marL="0" indent="0" algn="ctr">
                        <a:buNone/>
                      </a:pPr>
                      <a:r>
                        <a:rPr lang="en-US" sz="1800" b="1" dirty="0">
                          <a:solidFill>
                            <a:srgbClr val="FFFFFF"/>
                          </a:solidFill>
                          <a:latin typeface="Calibri" pitchFamily="34" charset="0"/>
                          <a:ea typeface="Calibri" pitchFamily="34" charset="-122"/>
                          <a:cs typeface="Calibri" pitchFamily="34" charset="-120"/>
                        </a:rPr>
                        <a:t>Photo</a:t>
                      </a:r>
                      <a:endParaRPr lang="en-US" sz="18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tc>
                  <a:txBody>
                    <a:bodyPr/>
                    <a:lstStyle/>
                    <a:p>
                      <a:pPr marL="0" indent="0" algn="ctr">
                        <a:buNone/>
                      </a:pPr>
                      <a:r>
                        <a:rPr lang="en-US" sz="1800" b="1" dirty="0">
                          <a:solidFill>
                            <a:srgbClr val="FFFFFF"/>
                          </a:solidFill>
                          <a:latin typeface="Calibri" pitchFamily="34" charset="0"/>
                          <a:ea typeface="Calibri" pitchFamily="34" charset="-122"/>
                          <a:cs typeface="Calibri" pitchFamily="34" charset="-120"/>
                        </a:rPr>
                        <a:t>Email ID</a:t>
                      </a:r>
                      <a:endParaRPr lang="en-US" sz="18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tc>
                  <a:txBody>
                    <a:bodyPr/>
                    <a:lstStyle/>
                    <a:p>
                      <a:pPr marL="0" indent="0" algn="ctr">
                        <a:buNone/>
                      </a:pPr>
                      <a:r>
                        <a:rPr lang="en-US" sz="1800" b="1" dirty="0">
                          <a:solidFill>
                            <a:srgbClr val="FFFFFF"/>
                          </a:solidFill>
                          <a:latin typeface="Calibri" pitchFamily="34" charset="0"/>
                          <a:ea typeface="Calibri" pitchFamily="34" charset="-122"/>
                          <a:cs typeface="Calibri" pitchFamily="34" charset="-120"/>
                        </a:rPr>
                        <a:t>Mobile No</a:t>
                      </a:r>
                      <a:endParaRPr lang="en-US" sz="18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tc>
                  <a:txBody>
                    <a:bodyPr/>
                    <a:lstStyle/>
                    <a:p>
                      <a:pPr marL="0" indent="0" algn="ctr">
                        <a:buNone/>
                      </a:pPr>
                      <a:r>
                        <a:rPr lang="en-US" sz="1800" b="1" dirty="0">
                          <a:solidFill>
                            <a:srgbClr val="FFFFFF"/>
                          </a:solidFill>
                          <a:latin typeface="Calibri" pitchFamily="34" charset="0"/>
                          <a:ea typeface="Calibri" pitchFamily="34" charset="-122"/>
                          <a:cs typeface="Calibri" pitchFamily="34" charset="-120"/>
                        </a:rPr>
                        <a:t>GitHub URL</a:t>
                      </a:r>
                      <a:endParaRPr lang="en-US" sz="18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extLst>
                  <a:ext uri="{0D108BD9-81ED-4DB2-BD59-A6C34878D82A}">
                    <a16:rowId xmlns:a16="http://schemas.microsoft.com/office/drawing/2014/main" val="10000"/>
                  </a:ext>
                </a:extLst>
              </a:tr>
              <a:tr h="457200">
                <a:tc>
                  <a:txBody>
                    <a:bodyPr/>
                    <a:lstStyle/>
                    <a:p>
                      <a:pPr marL="0" indent="0" algn="l">
                        <a:buNone/>
                        <a:defRPr sz="900" b="0" i="0">
                          <a:solidFill>
                            <a:srgbClr val="1E293B"/>
                          </a:solidFill>
                          <a:latin typeface="Calibri"/>
                        </a:defRPr>
                      </a:pPr>
                      <a:r>
                        <a:t>CB.SC.U4CSE23639</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1E293B"/>
                          </a:solidFill>
                          <a:latin typeface="Calibri"/>
                        </a:defRPr>
                      </a:pPr>
                      <a:r>
                        <a:t>Paarthu Reddy (Team Lead)</a:t>
                      </a:r>
                      <a:endParaRPr lang="en-US" sz="1000" dirty="0">
                        <a:solidFill>
                          <a:schemeClr val="tx1">
                            <a:lumMod val="95000"/>
                            <a:lumOff val="5000"/>
                          </a:schemeClr>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1E293B"/>
                          </a:solidFill>
                          <a:latin typeface="Calibri"/>
                        </a:defRPr>
                      </a:pPr>
                      <a:r>
                        <a:t>[Photo Attached]</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1E293B"/>
                          </a:solidFill>
                          <a:latin typeface="Calibri"/>
                        </a:defRPr>
                      </a:pPr>
                      <a:r>
                        <a:t>paarthureddy.g@gmail.com</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1E293B"/>
                          </a:solidFill>
                          <a:latin typeface="Calibri"/>
                        </a:defRPr>
                      </a:pPr>
                      <a:r>
                        <a:t>+91 98765 43210</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1E293B"/>
                          </a:solidFill>
                          <a:latin typeface="Calibri"/>
                        </a:defRPr>
                      </a:pPr>
                      <a:r>
                        <a:t>github.com/paarthureddy</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defRPr sz="900" b="0" i="0">
                          <a:solidFill>
                            <a:srgbClr val="1E293B"/>
                          </a:solidFill>
                          <a:latin typeface="Calibri"/>
                        </a:defRPr>
                      </a:pPr>
                      <a:r>
                        <a:t>CB.SC.U4CSE23445</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1E293B"/>
                          </a:solidFill>
                          <a:latin typeface="Calibri"/>
                        </a:defRPr>
                      </a:pPr>
                      <a:r>
                        <a:t>Shivam Kharat</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1E293B"/>
                          </a:solidFill>
                          <a:latin typeface="Calibri"/>
                        </a:defRPr>
                      </a:pPr>
                      <a:r>
                        <a:t>[Photo Attached]</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1E293B"/>
                          </a:solidFill>
                          <a:latin typeface="Calibri"/>
                        </a:defRPr>
                      </a:pPr>
                      <a:r>
                        <a:t>shivam.kharat@cb.amrita.edu</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1E293B"/>
                          </a:solidFill>
                          <a:latin typeface="Calibri"/>
                        </a:defRPr>
                      </a:pPr>
                      <a:r>
                        <a:t>+91 98765 43211</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1E293B"/>
                          </a:solidFill>
                          <a:latin typeface="Calibri"/>
                        </a:defRPr>
                      </a:pPr>
                      <a:r>
                        <a:t>github.com/shivamkharat</a:t>
                      </a:r>
                      <a:endParaRPr lang="en-US" sz="1000" dirty="0">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6" name="Text 13"/>
          <p:cNvSpPr/>
          <p:nvPr/>
        </p:nvSpPr>
        <p:spPr>
          <a:xfrm>
            <a:off x="640080" y="5166360"/>
            <a:ext cx="10972800" cy="502920"/>
          </a:xfrm>
          <a:prstGeom prst="rect">
            <a:avLst/>
          </a:prstGeom>
          <a:noFill/>
          <a:ln/>
        </p:spPr>
        <p:txBody>
          <a:bodyPr wrap="square" rtlCol="0" anchor="ctr"/>
          <a:lstStyle/>
          <a:p>
            <a:pPr marL="0" indent="0" algn="l">
              <a:buNone/>
              <a:defRPr sz="819" b="0" i="0">
                <a:solidFill>
                  <a:srgbClr val="2563EB"/>
                </a:solidFill>
                <a:latin typeface="Calibri"/>
              </a:defRPr>
            </a:pPr>
            <a:r>
              <a:t>LinkedIn Product Demo:  https://www.linkedin.com/in/demo 					   GitHub Repository: https://github.com/paarthureddy/Campout-Emergency_Camp_layout_-Generator-</a:t>
            </a:r>
            <a:endParaRPr lang="en-US" dirty="0">
              <a:solidFill>
                <a:srgbClr val="FF0000"/>
              </a:solidFill>
            </a:endParaRPr>
          </a:p>
        </p:txBody>
      </p:sp>
      <p:sp>
        <p:nvSpPr>
          <p:cNvPr id="17" name="Text 14"/>
          <p:cNvSpPr/>
          <p:nvPr/>
        </p:nvSpPr>
        <p:spPr>
          <a:xfrm>
            <a:off x="11548872" y="6446520"/>
            <a:ext cx="365760" cy="274320"/>
          </a:xfrm>
          <a:prstGeom prst="rect">
            <a:avLst/>
          </a:prstGeom>
          <a:noFill/>
          <a:ln/>
        </p:spPr>
        <p:txBody>
          <a:bodyPr wrap="square" rtlCol="0" anchor="ctr"/>
          <a:lstStyle/>
          <a:p>
            <a:pPr marL="0" indent="0" algn="r">
              <a:buNone/>
            </a:pPr>
            <a:r>
              <a:rPr lang="en-US" sz="1100" dirty="0">
                <a:solidFill>
                  <a:srgbClr val="FF0000"/>
                </a:solidFill>
                <a:latin typeface="Calibri" pitchFamily="34" charset="0"/>
                <a:ea typeface="Calibri" pitchFamily="34" charset="-122"/>
                <a:cs typeface="Calibri" pitchFamily="34" charset="-120"/>
              </a:rPr>
              <a:t>2</a:t>
            </a:r>
            <a:endParaRPr lang="en-US" sz="1100" dirty="0">
              <a:solidFill>
                <a:srgbClr val="FF0000"/>
              </a:solidFill>
            </a:endParaRPr>
          </a:p>
        </p:txBody>
      </p:sp>
      <p:sp>
        <p:nvSpPr>
          <p:cNvPr id="18" name="Text 15"/>
          <p:cNvSpPr/>
          <p:nvPr/>
        </p:nvSpPr>
        <p:spPr>
          <a:xfrm>
            <a:off x="457200" y="6446520"/>
            <a:ext cx="4572000" cy="274320"/>
          </a:xfrm>
          <a:prstGeom prst="rect">
            <a:avLst/>
          </a:prstGeom>
          <a:noFill/>
          <a:ln/>
        </p:spPr>
        <p:txBody>
          <a:bodyPr wrap="square" rtlCol="0" anchor="ctr"/>
          <a:lstStyle/>
          <a:p>
            <a:pPr marL="0" indent="0">
              <a:buNone/>
            </a:pPr>
            <a:endParaRPr lang="en-US" sz="1050" dirty="0">
              <a:solidFill>
                <a:srgbClr val="FF0000"/>
              </a:solidFill>
            </a:endParaRPr>
          </a:p>
        </p:txBody>
      </p:sp>
      <p:sp>
        <p:nvSpPr>
          <p:cNvPr id="20" name="TextBox 19">
            <a:extLst>
              <a:ext uri="{FF2B5EF4-FFF2-40B4-BE49-F238E27FC236}">
                <a16:creationId xmlns:a16="http://schemas.microsoft.com/office/drawing/2014/main" id="{82363E79-8852-E211-BCE6-3E9C3F640AA7}"/>
              </a:ext>
            </a:extLst>
          </p:cNvPr>
          <p:cNvSpPr txBox="1"/>
          <p:nvPr/>
        </p:nvSpPr>
        <p:spPr>
          <a:xfrm>
            <a:off x="640080" y="5605492"/>
            <a:ext cx="9940834" cy="584775"/>
          </a:xfrm>
          <a:prstGeom prst="rect">
            <a:avLst/>
          </a:prstGeom>
          <a:noFill/>
        </p:spPr>
        <p:txBody>
          <a:bodyPr wrap="square">
            <a:spAutoFit/>
          </a:bodyPr>
          <a:lstStyle/>
          <a:p>
            <a:pPr marL="0" indent="0" algn="l">
              <a:buNone/>
              <a:defRPr sz="1050" b="1" i="0">
                <a:solidFill>
                  <a:srgbClr val="0F172A"/>
                </a:solidFill>
                <a:latin typeface="Calibri"/>
              </a:defRPr>
            </a:pPr>
            <a:r>
              <a:t>This presentation is prepared for Course: 23CSE473 – Neural Networks and Deep Learning</a:t>
            </a:r>
          </a:p>
          <a:p>
            <a:pPr marL="0" indent="0" algn="l">
              <a:buNone/>
              <a:defRPr sz="950" b="0" i="1">
                <a:solidFill>
                  <a:srgbClr val="475569"/>
                </a:solidFill>
                <a:latin typeface="Calibri"/>
              </a:defRPr>
            </a:pPr>
            <a:r>
              <a:t>Case Study 1: AI-Powered Disaster Relief Camp Planning Using Satellite Imagery and Spatial Optimization</a:t>
            </a:r>
            <a:endParaRPr lang="en-US" sz="1600" dirty="0">
              <a:solidFill>
                <a:srgbClr val="FF0000"/>
              </a:solidFill>
            </a:endParaRPr>
          </a:p>
        </p:txBody>
      </p:sp>
      <p:pic>
        <p:nvPicPr>
          <p:cNvPr id="22" name="Picture 2" descr="Amrita Vishwa Vidyapeetham, Coimbatore: Courses, Fees ...">
            <a:extLst>
              <a:ext uri="{FF2B5EF4-FFF2-40B4-BE49-F238E27FC236}">
                <a16:creationId xmlns:a16="http://schemas.microsoft.com/office/drawing/2014/main" id="{8F23BC69-80AD-8BA8-BC5B-CEF206E32DE4}"/>
              </a:ext>
            </a:extLst>
          </p:cNvPr>
          <p:cNvPicPr>
            <a:picLocks noChangeAspect="1" noChangeArrowheads="1"/>
          </p:cNvPicPr>
          <p:nvPr/>
        </p:nvPicPr>
        <p:blipFill>
          <a:blip r:embed="rId3"/>
          <a:srcRect/>
          <a:stretch>
            <a:fillRect/>
          </a:stretch>
        </p:blipFill>
        <p:spPr bwMode="auto">
          <a:xfrm>
            <a:off x="5825989" y="133557"/>
            <a:ext cx="965000" cy="943069"/>
          </a:xfrm>
          <a:prstGeom prst="rect">
            <a:avLst/>
          </a:prstGeom>
          <a:no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65760"/>
            <a:ext cx="7315200" cy="502920"/>
          </a:xfrm>
          <a:prstGeom prst="rect">
            <a:avLst/>
          </a:prstGeom>
          <a:noFill/>
          <a:ln/>
        </p:spPr>
        <p:txBody>
          <a:bodyPr wrap="square" rtlCol="0" anchor="ctr"/>
          <a:lstStyle/>
          <a:p>
            <a:pPr marL="0" indent="0">
              <a:buNone/>
            </a:pPr>
            <a:r>
              <a:rPr lang="en-US" sz="3000" b="1" dirty="0">
                <a:solidFill>
                  <a:srgbClr val="FF0000"/>
                </a:solidFill>
                <a:latin typeface="Cambria" pitchFamily="34" charset="0"/>
                <a:ea typeface="Cambria" pitchFamily="34" charset="-122"/>
                <a:cs typeface="Cambria" pitchFamily="34" charset="-120"/>
              </a:rPr>
              <a:t>Problem Statement:</a:t>
            </a:r>
            <a:endParaRPr lang="en-US" sz="3000" dirty="0">
              <a:solidFill>
                <a:srgbClr val="FF0000"/>
              </a:solidFill>
            </a:endParaRPr>
          </a:p>
        </p:txBody>
      </p:sp>
      <p:sp>
        <p:nvSpPr>
          <p:cNvPr id="3" name="Text 1"/>
          <p:cNvSpPr/>
          <p:nvPr/>
        </p:nvSpPr>
        <p:spPr>
          <a:xfrm>
            <a:off x="457200" y="868680"/>
            <a:ext cx="5486400" cy="1005840"/>
          </a:xfrm>
          <a:prstGeom prst="rect">
            <a:avLst/>
          </a:prstGeom>
          <a:noFill/>
          <a:ln/>
        </p:spPr>
        <p:txBody>
          <a:bodyPr wrap="square" rtlCol="0" anchor="ctr"/>
          <a:lstStyle/>
          <a:p>
            <a:pPr marL="0" indent="0" algn="l">
              <a:buNone/>
              <a:defRPr sz="950" b="0" i="0">
                <a:solidFill>
                  <a:srgbClr val="334155"/>
                </a:solidFill>
                <a:latin typeface="Calibri"/>
              </a:defRPr>
            </a:pPr>
            <a:r>
              <a:t>• Emergency camp planning under crisis is done manually using static rulebooks and paper GIS maps.</a:t>
            </a:r>
            <a:endParaRPr lang="en-US" sz="1200" dirty="0">
              <a:solidFill>
                <a:srgbClr val="FF0000"/>
              </a:solidFill>
            </a:endParaRPr>
          </a:p>
          <a:p>
            <a:pPr algn="l">
              <a:defRPr sz="950" b="0" i="0">
                <a:solidFill>
                  <a:srgbClr val="334155"/>
                </a:solidFill>
                <a:latin typeface="Calibri"/>
              </a:defRPr>
            </a:pPr>
            <a:r>
              <a:t>• This manual process takes days, produces suboptimal land packing, and creates severe fire hazards.</a:t>
            </a:r>
          </a:p>
          <a:p>
            <a:pPr algn="l">
              <a:defRPr sz="950" b="0" i="0">
                <a:solidFill>
                  <a:srgbClr val="334155"/>
                </a:solidFill>
                <a:latin typeface="Calibri"/>
              </a:defRPr>
            </a:pPr>
            <a:r>
              <a:t>• Poor spacing causes unequal walking access (&gt;300m) and elevates infectious disease risks.</a:t>
            </a:r>
          </a:p>
        </p:txBody>
      </p:sp>
      <p:sp>
        <p:nvSpPr>
          <p:cNvPr id="5" name="Text 3"/>
          <p:cNvSpPr/>
          <p:nvPr/>
        </p:nvSpPr>
        <p:spPr>
          <a:xfrm>
            <a:off x="18288000" y="2011680"/>
            <a:ext cx="411480" cy="411480"/>
          </a:xfrm>
          <a:prstGeom prst="rect">
            <a:avLst/>
          </a:prstGeom>
          <a:noFill/>
          <a:ln/>
        </p:spPr>
        <p:txBody>
          <a:bodyPr wrap="square" rtlCol="0" anchor="ctr"/>
          <a:lstStyle/>
          <a:p>
            <a:pPr marL="0" indent="0" algn="ctr">
              <a:buNone/>
            </a:pPr>
            <a:endParaRPr lang="en-US" sz="1800" dirty="0">
              <a:solidFill>
                <a:srgbClr val="FF0000"/>
              </a:solidFill>
            </a:endParaRPr>
          </a:p>
        </p:txBody>
      </p:sp>
      <p:sp>
        <p:nvSpPr>
          <p:cNvPr id="6" name="Text 4"/>
          <p:cNvSpPr/>
          <p:nvPr/>
        </p:nvSpPr>
        <p:spPr>
          <a:xfrm>
            <a:off x="457200" y="2057400"/>
            <a:ext cx="4572000" cy="411480"/>
          </a:xfrm>
          <a:prstGeom prst="rect">
            <a:avLst/>
          </a:prstGeom>
          <a:noFill/>
          <a:ln/>
        </p:spPr>
        <p:txBody>
          <a:bodyPr wrap="square" rtlCol="0" anchor="ctr"/>
          <a:lstStyle/>
          <a:p>
            <a:r>
              <a:rPr lang="en-US" sz="3000" b="1" dirty="0">
                <a:solidFill>
                  <a:srgbClr val="FF0000"/>
                </a:solidFill>
                <a:latin typeface="Cambria" pitchFamily="34" charset="0"/>
                <a:ea typeface="Cambria" pitchFamily="34" charset="-122"/>
              </a:rPr>
              <a:t>Objective:</a:t>
            </a:r>
          </a:p>
        </p:txBody>
      </p:sp>
      <p:sp>
        <p:nvSpPr>
          <p:cNvPr id="7" name="Text 5"/>
          <p:cNvSpPr/>
          <p:nvPr/>
        </p:nvSpPr>
        <p:spPr>
          <a:xfrm>
            <a:off x="1005840" y="2487168"/>
            <a:ext cx="4846320" cy="640080"/>
          </a:xfrm>
          <a:prstGeom prst="rect">
            <a:avLst/>
          </a:prstGeom>
          <a:noFill/>
          <a:ln/>
        </p:spPr>
        <p:txBody>
          <a:bodyPr wrap="square" rtlCol="0" anchor="ctr"/>
          <a:lstStyle/>
          <a:p>
            <a:pPr marL="0" indent="0" algn="l">
              <a:buNone/>
              <a:defRPr sz="980" b="1" i="0">
                <a:solidFill>
                  <a:srgbClr val="0F172A"/>
                </a:solidFill>
                <a:latin typeface="Calibri"/>
              </a:defRPr>
            </a:pPr>
            <a:r>
              <a:t>To build an autonomous geospatial intelligence system that ingests raw satellite imagery, performs 7-class semantic terrain segmentation, and synthesizes UNHCR-compliant camp layouts with exact Sphere logistics calculations in under 3 seconds.</a:t>
            </a:r>
            <a:endParaRPr lang="en-US" sz="1200" dirty="0">
              <a:solidFill>
                <a:srgbClr val="FF0000"/>
              </a:solidFill>
            </a:endParaRPr>
          </a:p>
        </p:txBody>
      </p:sp>
      <p:sp>
        <p:nvSpPr>
          <p:cNvPr id="9" name="Text 7"/>
          <p:cNvSpPr/>
          <p:nvPr/>
        </p:nvSpPr>
        <p:spPr>
          <a:xfrm>
            <a:off x="18288000" y="3291840"/>
            <a:ext cx="411480" cy="411480"/>
          </a:xfrm>
          <a:prstGeom prst="rect">
            <a:avLst/>
          </a:prstGeom>
          <a:noFill/>
          <a:ln/>
        </p:spPr>
        <p:txBody>
          <a:bodyPr wrap="square" rtlCol="0" anchor="ctr"/>
          <a:lstStyle/>
          <a:p>
            <a:pPr marL="0" indent="0" algn="ctr">
              <a:buNone/>
            </a:pPr>
            <a:endParaRPr lang="en-US" sz="1800" dirty="0">
              <a:solidFill>
                <a:srgbClr val="FF0000"/>
              </a:solidFill>
            </a:endParaRPr>
          </a:p>
        </p:txBody>
      </p:sp>
      <p:sp>
        <p:nvSpPr>
          <p:cNvPr id="10" name="Text 8"/>
          <p:cNvSpPr/>
          <p:nvPr/>
        </p:nvSpPr>
        <p:spPr>
          <a:xfrm>
            <a:off x="457200" y="3291840"/>
            <a:ext cx="4572000" cy="411480"/>
          </a:xfrm>
          <a:prstGeom prst="rect">
            <a:avLst/>
          </a:prstGeom>
          <a:noFill/>
          <a:ln/>
        </p:spPr>
        <p:txBody>
          <a:bodyPr wrap="square" rtlCol="0" anchor="ctr"/>
          <a:lstStyle/>
          <a:p>
            <a:pPr marL="0" indent="0">
              <a:buNone/>
            </a:pPr>
            <a:r>
              <a:rPr lang="en-US" sz="3000" b="1" dirty="0">
                <a:solidFill>
                  <a:srgbClr val="FF0000"/>
                </a:solidFill>
                <a:latin typeface="Cambria" pitchFamily="34" charset="0"/>
                <a:ea typeface="Cambria" pitchFamily="34" charset="-122"/>
              </a:rPr>
              <a:t>Sub-Objectives:</a:t>
            </a:r>
          </a:p>
        </p:txBody>
      </p:sp>
      <p:sp>
        <p:nvSpPr>
          <p:cNvPr id="11" name="Text 9"/>
          <p:cNvSpPr/>
          <p:nvPr/>
        </p:nvSpPr>
        <p:spPr>
          <a:xfrm>
            <a:off x="18288000" y="3749040"/>
            <a:ext cx="4846320" cy="1371600"/>
          </a:xfrm>
          <a:prstGeom prst="rect">
            <a:avLst/>
          </a:prstGeom>
          <a:noFill/>
          <a:ln/>
        </p:spPr>
        <p:txBody>
          <a:bodyPr wrap="square" rtlCol="0" anchor="ctr"/>
          <a:lstStyle/>
          <a:p>
            <a:pPr marL="342900" indent="-342900">
              <a:spcAft>
                <a:spcPts val="600"/>
              </a:spcAft>
              <a:buSzPct val="100000"/>
              <a:buChar char="•"/>
            </a:pPr>
            <a:endParaRPr lang="en-US" sz="1200" dirty="0">
              <a:solidFill>
                <a:srgbClr val="FF0000"/>
              </a:solidFill>
            </a:endParaRPr>
          </a:p>
        </p:txBody>
      </p:sp>
      <p:sp>
        <p:nvSpPr>
          <p:cNvPr id="13" name="Text 11"/>
          <p:cNvSpPr/>
          <p:nvPr/>
        </p:nvSpPr>
        <p:spPr>
          <a:xfrm>
            <a:off x="5989320" y="480060"/>
            <a:ext cx="5577840" cy="274320"/>
          </a:xfrm>
          <a:prstGeom prst="rect">
            <a:avLst/>
          </a:prstGeom>
          <a:noFill/>
          <a:ln/>
        </p:spPr>
        <p:txBody>
          <a:bodyPr wrap="square" rtlCol="0" anchor="ctr"/>
          <a:lstStyle/>
          <a:p>
            <a:pPr marL="0" indent="0">
              <a:buNone/>
            </a:pPr>
            <a:r>
              <a:rPr lang="en-US" sz="3000" b="1" dirty="0">
                <a:solidFill>
                  <a:srgbClr val="FF0000"/>
                </a:solidFill>
                <a:latin typeface="Cambria" pitchFamily="34" charset="0"/>
                <a:ea typeface="Cambria" pitchFamily="34" charset="-122"/>
              </a:rPr>
              <a:t>Architecture diagram:</a:t>
            </a:r>
          </a:p>
        </p:txBody>
      </p:sp>
      <p:sp>
        <p:nvSpPr>
          <p:cNvPr id="15" name="Text 13"/>
          <p:cNvSpPr/>
          <p:nvPr/>
        </p:nvSpPr>
        <p:spPr>
          <a:xfrm>
            <a:off x="6195060" y="3383280"/>
            <a:ext cx="1051560" cy="640080"/>
          </a:xfrm>
          <a:prstGeom prst="rect">
            <a:avLst/>
          </a:prstGeom>
          <a:noFill/>
          <a:ln/>
        </p:spPr>
        <p:txBody>
          <a:bodyPr wrap="square" rtlCol="0" anchor="ctr"/>
          <a:lstStyle/>
          <a:p>
            <a:pPr marL="0" indent="0" algn="ctr">
              <a:buNone/>
            </a:pPr>
            <a:endParaRPr lang="en-US" sz="1000" dirty="0">
              <a:solidFill>
                <a:srgbClr val="FF0000"/>
              </a:solidFill>
            </a:endParaRPr>
          </a:p>
        </p:txBody>
      </p:sp>
      <p:sp>
        <p:nvSpPr>
          <p:cNvPr id="18" name="Text 16"/>
          <p:cNvSpPr/>
          <p:nvPr/>
        </p:nvSpPr>
        <p:spPr>
          <a:xfrm>
            <a:off x="7566660" y="3383280"/>
            <a:ext cx="1051560" cy="640080"/>
          </a:xfrm>
          <a:prstGeom prst="rect">
            <a:avLst/>
          </a:prstGeom>
          <a:noFill/>
          <a:ln/>
        </p:spPr>
        <p:txBody>
          <a:bodyPr wrap="square" rtlCol="0" anchor="ctr"/>
          <a:lstStyle/>
          <a:p>
            <a:pPr marL="0" indent="0" algn="ctr">
              <a:buNone/>
            </a:pPr>
            <a:endParaRPr lang="en-US" sz="1000" dirty="0">
              <a:solidFill>
                <a:srgbClr val="FF0000"/>
              </a:solidFill>
            </a:endParaRPr>
          </a:p>
        </p:txBody>
      </p:sp>
      <p:sp>
        <p:nvSpPr>
          <p:cNvPr id="21" name="Text 19"/>
          <p:cNvSpPr/>
          <p:nvPr/>
        </p:nvSpPr>
        <p:spPr>
          <a:xfrm>
            <a:off x="8938260" y="3383280"/>
            <a:ext cx="1051560" cy="640080"/>
          </a:xfrm>
          <a:prstGeom prst="rect">
            <a:avLst/>
          </a:prstGeom>
          <a:noFill/>
          <a:ln/>
        </p:spPr>
        <p:txBody>
          <a:bodyPr wrap="square" rtlCol="0" anchor="ctr"/>
          <a:lstStyle/>
          <a:p>
            <a:pPr marL="0" indent="0" algn="ctr">
              <a:buNone/>
            </a:pPr>
            <a:endParaRPr lang="en-US" sz="1000" dirty="0">
              <a:solidFill>
                <a:srgbClr val="FF0000"/>
              </a:solidFill>
            </a:endParaRPr>
          </a:p>
        </p:txBody>
      </p:sp>
      <p:sp>
        <p:nvSpPr>
          <p:cNvPr id="25" name="Text 23"/>
          <p:cNvSpPr/>
          <p:nvPr/>
        </p:nvSpPr>
        <p:spPr>
          <a:xfrm>
            <a:off x="5989320" y="5394960"/>
            <a:ext cx="5577840" cy="548640"/>
          </a:xfrm>
          <a:prstGeom prst="rect">
            <a:avLst/>
          </a:prstGeom>
          <a:noFill/>
          <a:ln/>
        </p:spPr>
        <p:txBody>
          <a:bodyPr wrap="square" rtlCol="0" anchor="ctr"/>
          <a:lstStyle/>
          <a:p>
            <a:pPr marL="0" indent="0" algn="ctr">
              <a:buNone/>
            </a:pPr>
            <a:endParaRPr lang="en-US" sz="1000" dirty="0">
              <a:solidFill>
                <a:srgbClr val="FF0000"/>
              </a:solidFill>
            </a:endParaRPr>
          </a:p>
        </p:txBody>
      </p:sp>
      <p:sp>
        <p:nvSpPr>
          <p:cNvPr id="26" name="Text 24"/>
          <p:cNvSpPr/>
          <p:nvPr/>
        </p:nvSpPr>
        <p:spPr>
          <a:xfrm>
            <a:off x="11548872" y="6446520"/>
            <a:ext cx="365760" cy="274320"/>
          </a:xfrm>
          <a:prstGeom prst="rect">
            <a:avLst/>
          </a:prstGeom>
          <a:noFill/>
          <a:ln/>
        </p:spPr>
        <p:txBody>
          <a:bodyPr wrap="square" rtlCol="0" anchor="ctr"/>
          <a:lstStyle/>
          <a:p>
            <a:pPr marL="0" indent="0" algn="r">
              <a:buNone/>
            </a:pPr>
            <a:r>
              <a:rPr lang="en-US" sz="1000" dirty="0">
                <a:solidFill>
                  <a:srgbClr val="FF0000"/>
                </a:solidFill>
                <a:latin typeface="Calibri" pitchFamily="34" charset="0"/>
                <a:ea typeface="Calibri" pitchFamily="34" charset="-122"/>
                <a:cs typeface="Calibri" pitchFamily="34" charset="-120"/>
              </a:rPr>
              <a:t>3</a:t>
            </a:r>
            <a:endParaRPr lang="en-US" sz="1000" dirty="0">
              <a:solidFill>
                <a:srgbClr val="FF0000"/>
              </a:solidFill>
            </a:endParaRPr>
          </a:p>
        </p:txBody>
      </p:sp>
      <p:sp>
        <p:nvSpPr>
          <p:cNvPr id="27" name="TextBox 26"/>
          <p:cNvSpPr txBox="1"/>
          <p:nvPr/>
        </p:nvSpPr>
        <p:spPr>
          <a:xfrm>
            <a:off x="438912" y="3749039"/>
            <a:ext cx="5120640" cy="2011680"/>
          </a:xfrm>
          <a:prstGeom prst="rect">
            <a:avLst/>
          </a:prstGeom>
          <a:noFill/>
        </p:spPr>
        <p:txBody>
          <a:bodyPr wrap="square">
            <a:spAutoFit/>
          </a:bodyPr>
          <a:lstStyle/>
          <a:p>
            <a:pPr algn="l">
              <a:defRPr sz="919" b="0" i="0">
                <a:solidFill>
                  <a:srgbClr val="334155"/>
                </a:solidFill>
                <a:latin typeface="Calibri"/>
              </a:defRPr>
            </a:pPr>
            <a:r>
              <a:t>• Train DeepLabV3+ with ASPP on LoveDA satellite dataset to map 7 terrain classes (45% mIoU).</a:t>
            </a:r>
          </a:p>
          <a:p>
            <a:pPr algn="l">
              <a:defRPr sz="919" b="0" i="0">
                <a:solidFill>
                  <a:srgbClr val="334155"/>
                </a:solidFill>
                <a:latin typeface="Calibri"/>
              </a:defRPr>
            </a:pPr>
            <a:r>
              <a:t>• Formulate a 20m hydrological safety buffer and position dedicated River Intake Water Tanks.</a:t>
            </a:r>
          </a:p>
          <a:p>
            <a:pPr algn="l">
              <a:defRPr sz="919" b="0" i="0">
                <a:solidFill>
                  <a:srgbClr val="334155"/>
                </a:solidFill>
                <a:latin typeface="Calibri"/>
              </a:defRPr>
            </a:pPr>
            <a:r>
              <a:t>• Partition parcel into road-bounded boxes with guaranteed water &amp; latrine washrooms in every single box.</a:t>
            </a:r>
          </a:p>
          <a:p>
            <a:pPr algn="l">
              <a:defRPr sz="919" b="0" i="0">
                <a:solidFill>
                  <a:srgbClr val="334155"/>
                </a:solidFill>
                <a:latin typeface="Calibri"/>
              </a:defRPr>
            </a:pPr>
            <a:r>
              <a:t>• Quantify UNHCR compliance score (99.4%) and Sphere daily supply chain manifests (water &amp; food).</a:t>
            </a:r>
          </a:p>
        </p:txBody>
      </p:sp>
      <p:pic>
        <p:nvPicPr>
          <p:cNvPr id="28" name="Picture 27" descr="architecture_diagram.png"/>
          <p:cNvPicPr>
            <a:picLocks noChangeAspect="1"/>
          </p:cNvPicPr>
          <p:nvPr/>
        </p:nvPicPr>
        <p:blipFill>
          <a:blip r:embed="rId3"/>
          <a:stretch>
            <a:fillRect/>
          </a:stretch>
        </p:blipFill>
        <p:spPr>
          <a:xfrm>
            <a:off x="5852160" y="822960"/>
            <a:ext cx="5577840" cy="49377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65760"/>
            <a:ext cx="10058400" cy="502920"/>
          </a:xfrm>
          <a:prstGeom prst="rect">
            <a:avLst/>
          </a:prstGeom>
          <a:noFill/>
          <a:ln/>
        </p:spPr>
        <p:txBody>
          <a:bodyPr wrap="square" rtlCol="0" anchor="ctr"/>
          <a:lstStyle/>
          <a:p>
            <a:pPr marL="0" indent="0">
              <a:buNone/>
            </a:pPr>
            <a:r>
              <a:rPr lang="en-US" sz="2800" b="1" dirty="0">
                <a:solidFill>
                  <a:srgbClr val="FF0000"/>
                </a:solidFill>
                <a:latin typeface="Cambria" pitchFamily="34" charset="0"/>
                <a:ea typeface="Cambria" pitchFamily="34" charset="-122"/>
                <a:cs typeface="Cambria" pitchFamily="34" charset="-120"/>
              </a:rPr>
              <a:t>Similar Products in the Same Area:</a:t>
            </a:r>
            <a:endParaRPr lang="en-US" sz="2800" dirty="0">
              <a:solidFill>
                <a:srgbClr val="FF0000"/>
              </a:solidFill>
            </a:endParaRPr>
          </a:p>
        </p:txBody>
      </p:sp>
      <p:sp>
        <p:nvSpPr>
          <p:cNvPr id="3" name="Text 1"/>
          <p:cNvSpPr/>
          <p:nvPr/>
        </p:nvSpPr>
        <p:spPr>
          <a:xfrm>
            <a:off x="457200" y="896112"/>
            <a:ext cx="9144000" cy="320040"/>
          </a:xfrm>
          <a:prstGeom prst="rect">
            <a:avLst/>
          </a:prstGeom>
          <a:noFill/>
          <a:ln/>
        </p:spPr>
        <p:txBody>
          <a:bodyPr wrap="square" rtlCol="0" anchor="ctr"/>
          <a:lstStyle/>
          <a:p>
            <a:pPr marL="0" indent="0" algn="l">
              <a:buNone/>
              <a:defRPr sz="1050" b="1" i="0">
                <a:solidFill>
                  <a:srgbClr val="475569"/>
                </a:solidFill>
                <a:latin typeface="Calibri"/>
              </a:defRPr>
            </a:pPr>
            <a:r>
              <a:t>Comprehensive state-of-the-art comparison: Existing disaster mapping and humanitarian settlement planning systems.</a:t>
            </a:r>
            <a:endParaRPr lang="en-US" sz="1200" dirty="0">
              <a:solidFill>
                <a:srgbClr val="FF0000"/>
              </a:solidFill>
            </a:endParaRPr>
          </a:p>
        </p:txBody>
      </p:sp>
      <p:graphicFrame>
        <p:nvGraphicFramePr>
          <p:cNvPr id="5" name="Table 0"/>
          <p:cNvGraphicFramePr>
            <a:graphicFrameLocks noGrp="1"/>
          </p:cNvGraphicFramePr>
          <p:nvPr>
            <p:extLst>
              <p:ext uri="{D42A27DB-BD31-4B8C-83A1-F6EECF244321}">
                <p14:modId xmlns:p14="http://schemas.microsoft.com/office/powerpoint/2010/main" val="2745995237"/>
              </p:ext>
            </p:extLst>
          </p:nvPr>
        </p:nvGraphicFramePr>
        <p:xfrm>
          <a:off x="263236" y="1417320"/>
          <a:ext cx="11285635" cy="3688080"/>
        </p:xfrm>
        <a:graphic>
          <a:graphicData uri="http://schemas.openxmlformats.org/drawingml/2006/table">
            <a:tbl>
              <a:tblPr/>
              <a:tblGrid>
                <a:gridCol w="1584893">
                  <a:extLst>
                    <a:ext uri="{9D8B030D-6E8A-4147-A177-3AD203B41FA5}">
                      <a16:colId xmlns:a16="http://schemas.microsoft.com/office/drawing/2014/main" val="20000"/>
                    </a:ext>
                  </a:extLst>
                </a:gridCol>
                <a:gridCol w="1584893">
                  <a:extLst>
                    <a:ext uri="{9D8B030D-6E8A-4147-A177-3AD203B41FA5}">
                      <a16:colId xmlns:a16="http://schemas.microsoft.com/office/drawing/2014/main" val="2081401370"/>
                    </a:ext>
                  </a:extLst>
                </a:gridCol>
                <a:gridCol w="3489412">
                  <a:extLst>
                    <a:ext uri="{9D8B030D-6E8A-4147-A177-3AD203B41FA5}">
                      <a16:colId xmlns:a16="http://schemas.microsoft.com/office/drawing/2014/main" val="20001"/>
                    </a:ext>
                  </a:extLst>
                </a:gridCol>
                <a:gridCol w="4626437">
                  <a:extLst>
                    <a:ext uri="{9D8B030D-6E8A-4147-A177-3AD203B41FA5}">
                      <a16:colId xmlns:a16="http://schemas.microsoft.com/office/drawing/2014/main" val="20002"/>
                    </a:ext>
                  </a:extLst>
                </a:gridCol>
              </a:tblGrid>
              <a:tr h="914400">
                <a:tc>
                  <a:txBody>
                    <a:bodyPr/>
                    <a:lstStyle/>
                    <a:p>
                      <a:pPr marL="0" indent="0" algn="ctr">
                        <a:buNone/>
                      </a:pPr>
                      <a:r>
                        <a:rPr lang="en-US" sz="2800" b="1" dirty="0">
                          <a:solidFill>
                            <a:schemeClr val="bg1"/>
                          </a:solidFill>
                          <a:latin typeface="Calibri" pitchFamily="34" charset="0"/>
                          <a:ea typeface="Calibri" pitchFamily="34" charset="-122"/>
                          <a:cs typeface="Calibri" pitchFamily="34" charset="-120"/>
                        </a:rPr>
                        <a:t>Product Name </a:t>
                      </a:r>
                      <a:endParaRPr lang="en-US" sz="2800" dirty="0">
                        <a:solidFill>
                          <a:schemeClr val="bg1"/>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tc>
                  <a:txBody>
                    <a:bodyPr/>
                    <a:lstStyle/>
                    <a:p>
                      <a:pPr marL="0" indent="0" algn="ctr">
                        <a:buNone/>
                      </a:pPr>
                      <a:r>
                        <a:rPr lang="en-US" sz="2800" b="1" i="0" u="none" strike="noStrike" cap="none" dirty="0">
                          <a:solidFill>
                            <a:schemeClr val="bg1"/>
                          </a:solidFill>
                          <a:latin typeface="Calibri" pitchFamily="34" charset="0"/>
                          <a:ea typeface="Calibri" pitchFamily="34" charset="-122"/>
                          <a:cs typeface="Calibri" pitchFamily="34" charset="-120"/>
                          <a:sym typeface="Arial"/>
                        </a:rPr>
                        <a:t>URL</a:t>
                      </a: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tc>
                  <a:txBody>
                    <a:bodyPr/>
                    <a:lstStyle/>
                    <a:p>
                      <a:pPr marL="0" indent="0" algn="ctr">
                        <a:buNone/>
                      </a:pPr>
                      <a:r>
                        <a:rPr lang="en-US" sz="2800" b="1" dirty="0">
                          <a:solidFill>
                            <a:schemeClr val="bg1"/>
                          </a:solidFill>
                          <a:latin typeface="Calibri" pitchFamily="34" charset="0"/>
                          <a:ea typeface="Calibri" pitchFamily="34" charset="-122"/>
                          <a:cs typeface="Calibri" pitchFamily="34" charset="-120"/>
                        </a:rPr>
                        <a:t>Features</a:t>
                      </a:r>
                      <a:endParaRPr lang="en-US" sz="2800" dirty="0">
                        <a:solidFill>
                          <a:schemeClr val="bg1"/>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tc>
                  <a:txBody>
                    <a:bodyPr/>
                    <a:lstStyle/>
                    <a:p>
                      <a:pPr marL="0" indent="0" algn="ctr">
                        <a:buNone/>
                      </a:pPr>
                      <a:r>
                        <a:rPr lang="en-US" sz="2800" b="1" dirty="0">
                          <a:solidFill>
                            <a:schemeClr val="bg1"/>
                          </a:solidFill>
                          <a:latin typeface="Calibri" pitchFamily="34" charset="0"/>
                          <a:ea typeface="Calibri" pitchFamily="34" charset="-122"/>
                          <a:cs typeface="Calibri" pitchFamily="34" charset="-120"/>
                        </a:rPr>
                        <a:t>Limitation</a:t>
                      </a:r>
                      <a:endParaRPr lang="en-US" sz="2800" dirty="0">
                        <a:solidFill>
                          <a:schemeClr val="bg1"/>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extLst>
                  <a:ext uri="{0D108BD9-81ED-4DB2-BD59-A6C34878D82A}">
                    <a16:rowId xmlns:a16="http://schemas.microsoft.com/office/drawing/2014/main" val="10000"/>
                  </a:ext>
                </a:extLst>
              </a:tr>
              <a:tr h="914400">
                <a:tc>
                  <a:txBody>
                    <a:bodyPr/>
                    <a:lstStyle/>
                    <a:p>
                      <a:pPr marL="0" indent="0" algn="l">
                        <a:buNone/>
                        <a:defRPr sz="1000" b="1" i="0">
                          <a:solidFill>
                            <a:srgbClr val="0F172A"/>
                          </a:solidFill>
                          <a:latin typeface="Calibri"/>
                        </a:defRPr>
                      </a:pPr>
                      <a:r>
                        <a:t>One Concern</a:t>
                      </a:r>
                      <a:endParaRPr lang="en-US" sz="1600" dirty="0">
                        <a:solidFill>
                          <a:srgbClr val="FF0000"/>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2563EB"/>
                          </a:solidFill>
                          <a:latin typeface="Calibri"/>
                        </a:defRPr>
                      </a:pPr>
                      <a:r>
                        <a:t>oneconcern.com</a:t>
                      </a:r>
                      <a:endParaRPr lang="en-US" sz="1600" dirty="0">
                        <a:solidFill>
                          <a:srgbClr val="FF0000"/>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wrap="square"/>
                    <a:lstStyle/>
                    <a:p>
                      <a:pPr marL="0" indent="0" algn="l">
                        <a:buNone/>
                        <a:defRPr sz="900" b="0" i="0">
                          <a:solidFill>
                            <a:srgbClr val="334155"/>
                          </a:solidFill>
                          <a:latin typeface="Calibri"/>
                        </a:defRPr>
                      </a:pPr>
                      <a:r>
                        <a:t>• Generates AI-driven digital twins of cities.</a:t>
                      </a:r>
                      <a:endParaRPr lang="en-US" sz="1600" dirty="0">
                        <a:solidFill>
                          <a:srgbClr val="FF0000"/>
                        </a:solidFill>
                        <a:latin typeface="Calibri" charset="0"/>
                        <a:ea typeface="Calibri" charset="0"/>
                        <a:cs typeface="Calibri" charset="0"/>
                      </a:endParaRPr>
                    </a:p>
                    <a:p>
                      <a:pPr algn="l">
                        <a:defRPr sz="900" b="0" i="0">
                          <a:solidFill>
                            <a:srgbClr val="334155"/>
                          </a:solidFill>
                          <a:latin typeface="Calibri"/>
                        </a:defRPr>
                      </a:pPr>
                      <a:r>
                        <a:t>• Predicts natural hazard impact &amp; infrastructure vulnerability.</a:t>
                      </a: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wrap="square"/>
                    <a:lstStyle/>
                    <a:p>
                      <a:pPr marL="0" indent="0" algn="l">
                        <a:buNone/>
                        <a:defRPr sz="900" b="0" i="0">
                          <a:solidFill>
                            <a:srgbClr val="B91C1C"/>
                          </a:solidFill>
                          <a:latin typeface="Calibri"/>
                        </a:defRPr>
                      </a:pPr>
                      <a:r>
                        <a:t>• Purely predictive risk modeling.</a:t>
                      </a:r>
                      <a:endParaRPr lang="en-US" sz="1600" dirty="0">
                        <a:solidFill>
                          <a:srgbClr val="FF0000"/>
                        </a:solidFill>
                        <a:latin typeface="Calibri" charset="0"/>
                        <a:ea typeface="Calibri" charset="0"/>
                        <a:cs typeface="Calibri" charset="0"/>
                      </a:endParaRPr>
                    </a:p>
                    <a:p>
                      <a:pPr algn="l">
                        <a:defRPr sz="900" b="0" i="0">
                          <a:solidFill>
                            <a:srgbClr val="B91C1C"/>
                          </a:solidFill>
                          <a:latin typeface="Calibri"/>
                        </a:defRPr>
                      </a:pPr>
                      <a:r>
                        <a:t>• Lacks generative camp layout synthesis for post-disaster recovery.</a:t>
                      </a: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lgn="l">
                        <a:buNone/>
                        <a:defRPr sz="1000" b="1" i="0">
                          <a:solidFill>
                            <a:srgbClr val="0F172A"/>
                          </a:solidFill>
                          <a:latin typeface="Calibri"/>
                        </a:defRPr>
                      </a:pPr>
                      <a:r>
                        <a:t>HOT Tasking Manager</a:t>
                      </a:r>
                      <a:endParaRPr lang="en-US" sz="1600" dirty="0">
                        <a:solidFill>
                          <a:srgbClr val="FF0000"/>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2563EB"/>
                          </a:solidFill>
                          <a:latin typeface="Calibri"/>
                        </a:defRPr>
                      </a:pPr>
                      <a:r>
                        <a:t>tasks.hotosm.org</a:t>
                      </a:r>
                      <a:endParaRPr lang="en-US" sz="1600" dirty="0">
                        <a:solidFill>
                          <a:srgbClr val="FF0000"/>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wrap="square"/>
                    <a:lstStyle/>
                    <a:p>
                      <a:pPr marL="0" indent="0" algn="l">
                        <a:buNone/>
                        <a:defRPr sz="900" b="0" i="0">
                          <a:solidFill>
                            <a:srgbClr val="334155"/>
                          </a:solidFill>
                          <a:latin typeface="Calibri"/>
                        </a:defRPr>
                      </a:pPr>
                      <a:r>
                        <a:t>• Global crowdsourced mapping coordination.</a:t>
                      </a:r>
                      <a:endParaRPr lang="en-US" sz="1600" dirty="0">
                        <a:solidFill>
                          <a:srgbClr val="FF0000"/>
                        </a:solidFill>
                        <a:latin typeface="Calibri" charset="0"/>
                        <a:ea typeface="Calibri" charset="0"/>
                        <a:cs typeface="Calibri" charset="0"/>
                      </a:endParaRPr>
                    </a:p>
                    <a:p>
                      <a:pPr algn="l">
                        <a:defRPr sz="900" b="0" i="0">
                          <a:solidFill>
                            <a:srgbClr val="334155"/>
                          </a:solidFill>
                          <a:latin typeface="Calibri"/>
                        </a:defRPr>
                      </a:pPr>
                      <a:r>
                        <a:t>• Organizes remote volunteers to trace roads &amp; buildings.</a:t>
                      </a: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wrap="square"/>
                    <a:lstStyle/>
                    <a:p>
                      <a:pPr marL="0" indent="0" algn="l">
                        <a:buNone/>
                        <a:defRPr sz="900" b="0" i="0">
                          <a:solidFill>
                            <a:srgbClr val="B91C1C"/>
                          </a:solidFill>
                          <a:latin typeface="Calibri"/>
                        </a:defRPr>
                      </a:pPr>
                      <a:r>
                        <a:t>• Highly manual and slow (takes days/weeks).</a:t>
                      </a:r>
                      <a:endParaRPr lang="en-US" sz="1600" dirty="0">
                        <a:solidFill>
                          <a:srgbClr val="FF0000"/>
                        </a:solidFill>
                        <a:latin typeface="Calibri" charset="0"/>
                        <a:ea typeface="Calibri" charset="0"/>
                        <a:cs typeface="Calibri" charset="0"/>
                      </a:endParaRPr>
                    </a:p>
                    <a:p>
                      <a:pPr algn="l">
                        <a:defRPr sz="900" b="0" i="0">
                          <a:solidFill>
                            <a:srgbClr val="B91C1C"/>
                          </a:solidFill>
                          <a:latin typeface="Calibri"/>
                        </a:defRPr>
                      </a:pPr>
                      <a:r>
                        <a:t>• Relies on volunteer availability; no automated blueprint generation.</a:t>
                      </a: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914400">
                <a:tc>
                  <a:txBody>
                    <a:bodyPr/>
                    <a:lstStyle/>
                    <a:p>
                      <a:pPr marL="0" indent="0" algn="l">
                        <a:buNone/>
                        <a:defRPr sz="1000" b="1" i="0">
                          <a:solidFill>
                            <a:srgbClr val="0F172A"/>
                          </a:solidFill>
                          <a:latin typeface="Calibri"/>
                        </a:defRPr>
                      </a:pPr>
                      <a:r>
                        <a:t>UNHCR GIS Data Portal</a:t>
                      </a:r>
                      <a:endParaRPr lang="en-US" sz="1600" dirty="0">
                        <a:solidFill>
                          <a:srgbClr val="FF0000"/>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a:lstStyle/>
                    <a:p>
                      <a:pPr marL="0" indent="0" algn="l">
                        <a:buNone/>
                        <a:defRPr sz="900" b="0" i="0">
                          <a:solidFill>
                            <a:srgbClr val="2563EB"/>
                          </a:solidFill>
                          <a:latin typeface="Calibri"/>
                        </a:defRPr>
                      </a:pPr>
                      <a:r>
                        <a:t>data.unhcr.org</a:t>
                      </a:r>
                      <a:endParaRPr lang="en-US" sz="1600" dirty="0">
                        <a:solidFill>
                          <a:srgbClr val="FF0000"/>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wrap="square"/>
                    <a:lstStyle/>
                    <a:p>
                      <a:pPr marL="0" indent="0" algn="l">
                        <a:buNone/>
                        <a:defRPr sz="900" b="0" i="0">
                          <a:solidFill>
                            <a:srgbClr val="334155"/>
                          </a:solidFill>
                          <a:latin typeface="Calibri"/>
                        </a:defRPr>
                      </a:pPr>
                      <a:r>
                        <a:t>• Centralized UN repository of established refugee camps.</a:t>
                      </a:r>
                      <a:endParaRPr lang="en-US" sz="1600" dirty="0">
                        <a:solidFill>
                          <a:srgbClr val="FF0000"/>
                        </a:solidFill>
                        <a:latin typeface="Calibri" charset="0"/>
                        <a:ea typeface="Calibri" charset="0"/>
                        <a:cs typeface="Calibri" charset="0"/>
                      </a:endParaRPr>
                    </a:p>
                    <a:p>
                      <a:pPr algn="l">
                        <a:defRPr sz="900" b="0" i="0">
                          <a:solidFill>
                            <a:srgbClr val="334155"/>
                          </a:solidFill>
                          <a:latin typeface="Calibri"/>
                        </a:defRPr>
                      </a:pPr>
                      <a:r>
                        <a:t>• Provides static demographic maps and PDF reports.</a:t>
                      </a: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wrap="square"/>
                    <a:lstStyle/>
                    <a:p>
                      <a:pPr marL="0" indent="0" algn="l">
                        <a:buNone/>
                        <a:defRPr sz="900" b="0" i="0">
                          <a:solidFill>
                            <a:srgbClr val="B91C1C"/>
                          </a:solidFill>
                          <a:latin typeface="Calibri"/>
                        </a:defRPr>
                      </a:pPr>
                      <a:r>
                        <a:t>• Purely static archival catalog.</a:t>
                      </a:r>
                      <a:endParaRPr lang="en-US" sz="1600" dirty="0">
                        <a:solidFill>
                          <a:srgbClr val="FF0000"/>
                        </a:solidFill>
                        <a:latin typeface="Calibri" charset="0"/>
                        <a:ea typeface="Calibri" charset="0"/>
                        <a:cs typeface="Calibri" charset="0"/>
                      </a:endParaRPr>
                    </a:p>
                    <a:p>
                      <a:pPr algn="l">
                        <a:defRPr sz="900" b="0" i="0">
                          <a:solidFill>
                            <a:srgbClr val="B91C1C"/>
                          </a:solidFill>
                          <a:latin typeface="Calibri"/>
                        </a:defRPr>
                      </a:pPr>
                      <a:r>
                        <a:t>• Cannot autonomously design or optimize layout plans for new crisis ground.</a:t>
                      </a: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4" name="Text 2"/>
          <p:cNvSpPr/>
          <p:nvPr/>
        </p:nvSpPr>
        <p:spPr>
          <a:xfrm>
            <a:off x="11548872" y="6446520"/>
            <a:ext cx="365760" cy="274320"/>
          </a:xfrm>
          <a:prstGeom prst="rect">
            <a:avLst/>
          </a:prstGeom>
          <a:noFill/>
          <a:ln/>
        </p:spPr>
        <p:txBody>
          <a:bodyPr wrap="square" rtlCol="0" anchor="ctr"/>
          <a:lstStyle/>
          <a:p>
            <a:pPr marL="0" indent="0" algn="r">
              <a:buNone/>
            </a:pPr>
            <a:r>
              <a:rPr lang="en-US" sz="1000" dirty="0">
                <a:solidFill>
                  <a:srgbClr val="FF0000"/>
                </a:solidFill>
                <a:latin typeface="Calibri" pitchFamily="34" charset="0"/>
                <a:ea typeface="Calibri" pitchFamily="34" charset="-122"/>
                <a:cs typeface="Calibri" pitchFamily="34" charset="-120"/>
              </a:rPr>
              <a:t>4</a:t>
            </a:r>
            <a:endParaRPr lang="en-US" sz="1000" dirty="0">
              <a:solidFill>
                <a:srgbClr val="FF0000"/>
              </a:solidFill>
            </a:endParaRPr>
          </a:p>
        </p:txBody>
      </p:sp>
      <p:sp>
        <p:nvSpPr>
          <p:cNvPr id="6" name="Text 3"/>
          <p:cNvSpPr/>
          <p:nvPr/>
        </p:nvSpPr>
        <p:spPr>
          <a:xfrm>
            <a:off x="457200" y="6446520"/>
            <a:ext cx="4572000" cy="274320"/>
          </a:xfrm>
          <a:prstGeom prst="rect">
            <a:avLst/>
          </a:prstGeom>
          <a:noFill/>
          <a:ln/>
        </p:spPr>
        <p:txBody>
          <a:bodyPr wrap="square" rtlCol="0" anchor="ctr"/>
          <a:lstStyle/>
          <a:p>
            <a:pPr marL="0" indent="0">
              <a:buNone/>
            </a:pPr>
            <a:endParaRPr lang="en-US" sz="900" dirty="0">
              <a:solidFill>
                <a:srgbClr val="FF000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65760"/>
            <a:ext cx="7315200" cy="502920"/>
          </a:xfrm>
          <a:prstGeom prst="rect">
            <a:avLst/>
          </a:prstGeom>
          <a:noFill/>
          <a:ln/>
        </p:spPr>
        <p:txBody>
          <a:bodyPr wrap="square" rtlCol="0" anchor="ctr"/>
          <a:lstStyle/>
          <a:p>
            <a:pPr marL="0" indent="0">
              <a:buNone/>
            </a:pPr>
            <a:r>
              <a:rPr lang="en-US" sz="3200" b="1" dirty="0">
                <a:solidFill>
                  <a:srgbClr val="FF0000"/>
                </a:solidFill>
                <a:latin typeface="Cambria" pitchFamily="34" charset="0"/>
                <a:ea typeface="Cambria" pitchFamily="34" charset="-122"/>
                <a:cs typeface="Cambria" pitchFamily="34" charset="-120"/>
              </a:rPr>
              <a:t>Abstract of Product:</a:t>
            </a:r>
            <a:endParaRPr lang="en-US" sz="3200" dirty="0">
              <a:solidFill>
                <a:srgbClr val="FF0000"/>
              </a:solidFill>
            </a:endParaRPr>
          </a:p>
        </p:txBody>
      </p:sp>
      <p:sp>
        <p:nvSpPr>
          <p:cNvPr id="4" name="Text 2"/>
          <p:cNvSpPr/>
          <p:nvPr/>
        </p:nvSpPr>
        <p:spPr>
          <a:xfrm>
            <a:off x="640080" y="914400"/>
            <a:ext cx="10881360" cy="1051560"/>
          </a:xfrm>
          <a:prstGeom prst="rect">
            <a:avLst/>
          </a:prstGeom>
          <a:noFill/>
          <a:ln/>
        </p:spPr>
        <p:txBody>
          <a:bodyPr wrap="square" rtlCol="0" anchor="ctr"/>
          <a:lstStyle/>
          <a:p>
            <a:pPr marL="0" indent="0" algn="l">
              <a:buNone/>
              <a:defRPr sz="1000" b="0" i="0">
                <a:solidFill>
                  <a:srgbClr val="334155"/>
                </a:solidFill>
                <a:latin typeface="Calibri"/>
              </a:defRPr>
            </a:pPr>
            <a:r>
              <a:t>ReliefPlan AI is an autonomous geospatial intelligence and settlement planning platform for humanitarian emergencies. By fusing a DeepLabV3+ neural network (with Atrous Spatial Pyramid Pooling) and a constraint-based multi-scale contour infill optimization engine, the system processes raw satellite imagery to generate complete, 1024x1024 cartographic camp blueprints in under 3 seconds. The generated layouts strictly adhere to UNHCR Emergency Settlement Standards and the Sphere Handbook—allocating modular shelter pods, arterial and feeder roads, emergency clinics, water tap stands and washrooms in every single house box, vibrant magenta food courts, and river intake purification tanks with zero wasted usable land and guaranteed 20m flood setbacks.</a:t>
            </a:r>
            <a:endParaRPr lang="en-US" sz="1800" dirty="0">
              <a:solidFill>
                <a:srgbClr val="FF0000"/>
              </a:solidFill>
            </a:endParaRPr>
          </a:p>
        </p:txBody>
      </p:sp>
      <p:sp>
        <p:nvSpPr>
          <p:cNvPr id="5" name="Text 3"/>
          <p:cNvSpPr/>
          <p:nvPr/>
        </p:nvSpPr>
        <p:spPr>
          <a:xfrm>
            <a:off x="457200" y="2194560"/>
            <a:ext cx="5486400" cy="411480"/>
          </a:xfrm>
          <a:prstGeom prst="rect">
            <a:avLst/>
          </a:prstGeom>
          <a:noFill/>
          <a:ln/>
        </p:spPr>
        <p:txBody>
          <a:bodyPr wrap="square" rtlCol="0" anchor="ctr"/>
          <a:lstStyle/>
          <a:p>
            <a:pPr marL="0" indent="0">
              <a:buNone/>
            </a:pPr>
            <a:r>
              <a:rPr lang="en-US" sz="2800" b="1" dirty="0">
                <a:solidFill>
                  <a:srgbClr val="FF0000"/>
                </a:solidFill>
                <a:latin typeface="Cambria" pitchFamily="34" charset="0"/>
                <a:ea typeface="Cambria" pitchFamily="34" charset="-122"/>
                <a:cs typeface="Cambria" pitchFamily="34" charset="-120"/>
              </a:rPr>
              <a:t>Novelty:</a:t>
            </a:r>
            <a:endParaRPr lang="en-US" sz="2800" dirty="0">
              <a:solidFill>
                <a:srgbClr val="FF0000"/>
              </a:solidFill>
            </a:endParaRPr>
          </a:p>
        </p:txBody>
      </p:sp>
      <p:sp>
        <p:nvSpPr>
          <p:cNvPr id="6" name="Shape 4"/>
          <p:cNvSpPr/>
          <p:nvPr/>
        </p:nvSpPr>
        <p:spPr>
          <a:xfrm>
            <a:off x="457200" y="2743200"/>
            <a:ext cx="2724912" cy="3703320"/>
          </a:xfrm>
          <a:prstGeom prst="rect">
            <a:avLst/>
          </a:prstGeom>
          <a:solidFill>
            <a:srgbClr val="F4F6FC"/>
          </a:solidFill>
          <a:ln/>
        </p:spPr>
        <p:txBody>
          <a:bodyPr/>
          <a:lstStyle/>
          <a:p>
            <a:endParaRPr lang="en-IN"/>
          </a:p>
        </p:txBody>
      </p:sp>
      <p:sp>
        <p:nvSpPr>
          <p:cNvPr id="8" name="Text 6"/>
          <p:cNvSpPr/>
          <p:nvPr/>
        </p:nvSpPr>
        <p:spPr>
          <a:xfrm>
            <a:off x="640080" y="2971800"/>
            <a:ext cx="457200" cy="457200"/>
          </a:xfrm>
          <a:prstGeom prst="rect">
            <a:avLst/>
          </a:prstGeom>
          <a:noFill/>
          <a:ln/>
        </p:spPr>
        <p:txBody>
          <a:bodyPr wrap="square" rtlCol="0" anchor="ctr"/>
          <a:lstStyle/>
          <a:p>
            <a:pPr marL="0" indent="0" algn="ctr">
              <a:buNone/>
            </a:pPr>
            <a:r>
              <a:rPr lang="en-US" sz="2400" b="1" dirty="0">
                <a:solidFill>
                  <a:srgbClr val="FF0000"/>
                </a:solidFill>
                <a:latin typeface="Calibri" pitchFamily="34" charset="0"/>
                <a:ea typeface="Calibri" pitchFamily="34" charset="-122"/>
                <a:cs typeface="Calibri" pitchFamily="34" charset="-120"/>
              </a:rPr>
              <a:t>1</a:t>
            </a:r>
            <a:endParaRPr lang="en-US" sz="2400" dirty="0">
              <a:solidFill>
                <a:srgbClr val="FF0000"/>
              </a:solidFill>
            </a:endParaRPr>
          </a:p>
        </p:txBody>
      </p:sp>
      <p:sp>
        <p:nvSpPr>
          <p:cNvPr id="9" name="Text 7"/>
          <p:cNvSpPr/>
          <p:nvPr/>
        </p:nvSpPr>
        <p:spPr>
          <a:xfrm>
            <a:off x="1234440" y="2971800"/>
            <a:ext cx="1810512" cy="457200"/>
          </a:xfrm>
          <a:prstGeom prst="rect">
            <a:avLst/>
          </a:prstGeom>
          <a:noFill/>
          <a:ln/>
        </p:spPr>
        <p:txBody>
          <a:bodyPr wrap="square" rtlCol="0" anchor="ctr"/>
          <a:lstStyle/>
          <a:p>
            <a:pPr marL="0" indent="0">
              <a:buNone/>
            </a:pPr>
            <a:r>
              <a:rPr lang="en-US" sz="1800" b="1" dirty="0">
                <a:solidFill>
                  <a:srgbClr val="FF0000"/>
                </a:solidFill>
                <a:latin typeface="Calibri" pitchFamily="34" charset="0"/>
                <a:ea typeface="Calibri" pitchFamily="34" charset="-122"/>
                <a:cs typeface="Calibri" pitchFamily="34" charset="-120"/>
              </a:rPr>
              <a:t>State of the Art</a:t>
            </a:r>
            <a:endParaRPr lang="en-US" sz="1800" dirty="0">
              <a:solidFill>
                <a:srgbClr val="FF0000"/>
              </a:solidFill>
            </a:endParaRPr>
          </a:p>
        </p:txBody>
      </p:sp>
      <p:sp>
        <p:nvSpPr>
          <p:cNvPr id="10" name="Text 8"/>
          <p:cNvSpPr/>
          <p:nvPr/>
        </p:nvSpPr>
        <p:spPr>
          <a:xfrm>
            <a:off x="640080" y="3611880"/>
            <a:ext cx="2359152" cy="2651760"/>
          </a:xfrm>
          <a:prstGeom prst="rect">
            <a:avLst/>
          </a:prstGeom>
          <a:noFill/>
          <a:ln/>
        </p:spPr>
        <p:txBody>
          <a:bodyPr wrap="square" rtlCol="0" anchor="ctr"/>
          <a:lstStyle/>
          <a:p>
            <a:pPr marL="0" indent="0" algn="l">
              <a:buNone/>
              <a:defRPr sz="880" b="0" i="0">
                <a:solidFill>
                  <a:srgbClr val="334155"/>
                </a:solidFill>
                <a:latin typeface="Calibri"/>
              </a:defRPr>
            </a:pPr>
            <a:r>
              <a:t>• DeepLabV3+ with ASPP captures multi-scale geographical features simultaneously without spatial degradation.</a:t>
            </a:r>
            <a:endParaRPr lang="en-US" sz="1600" dirty="0">
              <a:solidFill>
                <a:srgbClr val="FF0000"/>
              </a:solidFill>
            </a:endParaRPr>
          </a:p>
          <a:p>
            <a:pPr algn="l">
              <a:defRPr sz="880" b="0" i="0">
                <a:solidFill>
                  <a:srgbClr val="334155"/>
                </a:solidFill>
                <a:latin typeface="Calibri"/>
              </a:defRPr>
            </a:pPr>
            <a:r>
              <a:t>• Lightweight MobileNetV3 backbone: 3.9M parameters vs. 31M in U-Net (7.8x lighter &amp; 2.4x faster).</a:t>
            </a:r>
          </a:p>
          <a:p>
            <a:pPr algn="l">
              <a:defRPr sz="880" b="0" i="0">
                <a:solidFill>
                  <a:srgbClr val="334155"/>
                </a:solidFill>
                <a:latin typeface="Calibri"/>
              </a:defRPr>
            </a:pPr>
            <a:r>
              <a:t>• 45% mIoU on LoveDA remote sensing benchmark with real-time 394ms inference on GPU.</a:t>
            </a:r>
          </a:p>
        </p:txBody>
      </p:sp>
      <p:sp>
        <p:nvSpPr>
          <p:cNvPr id="11" name="Shape 9"/>
          <p:cNvSpPr/>
          <p:nvPr/>
        </p:nvSpPr>
        <p:spPr>
          <a:xfrm>
            <a:off x="3319272" y="2743200"/>
            <a:ext cx="2724912" cy="3703320"/>
          </a:xfrm>
          <a:prstGeom prst="rect">
            <a:avLst/>
          </a:prstGeom>
          <a:solidFill>
            <a:srgbClr val="F4F6FC"/>
          </a:solidFill>
          <a:ln/>
        </p:spPr>
        <p:txBody>
          <a:bodyPr/>
          <a:lstStyle/>
          <a:p>
            <a:endParaRPr lang="en-IN"/>
          </a:p>
        </p:txBody>
      </p:sp>
      <p:sp>
        <p:nvSpPr>
          <p:cNvPr id="13" name="Text 11"/>
          <p:cNvSpPr/>
          <p:nvPr/>
        </p:nvSpPr>
        <p:spPr>
          <a:xfrm>
            <a:off x="3502152" y="2971800"/>
            <a:ext cx="457200" cy="457200"/>
          </a:xfrm>
          <a:prstGeom prst="rect">
            <a:avLst/>
          </a:prstGeom>
          <a:noFill/>
          <a:ln/>
        </p:spPr>
        <p:txBody>
          <a:bodyPr wrap="square" rtlCol="0" anchor="ctr"/>
          <a:lstStyle/>
          <a:p>
            <a:pPr marL="0" indent="0" algn="ctr">
              <a:buNone/>
            </a:pPr>
            <a:r>
              <a:rPr lang="en-US" sz="2400" b="1" dirty="0">
                <a:solidFill>
                  <a:srgbClr val="FF0000"/>
                </a:solidFill>
                <a:latin typeface="Calibri" pitchFamily="34" charset="0"/>
                <a:ea typeface="Calibri" pitchFamily="34" charset="-122"/>
                <a:cs typeface="Calibri" pitchFamily="34" charset="-120"/>
              </a:rPr>
              <a:t>2</a:t>
            </a:r>
            <a:endParaRPr lang="en-US" sz="2400" dirty="0">
              <a:solidFill>
                <a:srgbClr val="FF0000"/>
              </a:solidFill>
            </a:endParaRPr>
          </a:p>
        </p:txBody>
      </p:sp>
      <p:sp>
        <p:nvSpPr>
          <p:cNvPr id="14" name="Text 12"/>
          <p:cNvSpPr/>
          <p:nvPr/>
        </p:nvSpPr>
        <p:spPr>
          <a:xfrm>
            <a:off x="4096512" y="2971800"/>
            <a:ext cx="1810512" cy="457200"/>
          </a:xfrm>
          <a:prstGeom prst="rect">
            <a:avLst/>
          </a:prstGeom>
          <a:noFill/>
          <a:ln/>
        </p:spPr>
        <p:txBody>
          <a:bodyPr wrap="square" rtlCol="0" anchor="ctr"/>
          <a:lstStyle/>
          <a:p>
            <a:pPr marL="0" indent="0">
              <a:buNone/>
            </a:pPr>
            <a:r>
              <a:rPr lang="en-US" sz="1800" b="1" dirty="0">
                <a:solidFill>
                  <a:srgbClr val="FF0000"/>
                </a:solidFill>
                <a:latin typeface="Calibri" pitchFamily="34" charset="0"/>
                <a:ea typeface="Calibri" pitchFamily="34" charset="-122"/>
                <a:cs typeface="Calibri" pitchFamily="34" charset="-120"/>
              </a:rPr>
              <a:t>Product</a:t>
            </a:r>
            <a:endParaRPr lang="en-US" sz="1800" dirty="0">
              <a:solidFill>
                <a:srgbClr val="FF0000"/>
              </a:solidFill>
            </a:endParaRPr>
          </a:p>
        </p:txBody>
      </p:sp>
      <p:sp>
        <p:nvSpPr>
          <p:cNvPr id="15" name="Text 13"/>
          <p:cNvSpPr/>
          <p:nvPr/>
        </p:nvSpPr>
        <p:spPr>
          <a:xfrm>
            <a:off x="3502152" y="3611880"/>
            <a:ext cx="2359152" cy="2651760"/>
          </a:xfrm>
          <a:prstGeom prst="rect">
            <a:avLst/>
          </a:prstGeom>
          <a:noFill/>
          <a:ln/>
        </p:spPr>
        <p:txBody>
          <a:bodyPr wrap="square" rtlCol="0" anchor="ctr"/>
          <a:lstStyle/>
          <a:p>
            <a:pPr marL="0" indent="0" algn="l">
              <a:buNone/>
              <a:defRPr sz="880" b="0" i="0">
                <a:solidFill>
                  <a:srgbClr val="334155"/>
                </a:solidFill>
                <a:latin typeface="Calibri"/>
              </a:defRPr>
            </a:pPr>
            <a:r>
              <a:t>• Full-stack command center UI with interactive Before/After Split Comparison Slider.</a:t>
            </a:r>
            <a:endParaRPr lang="en-US" sz="1600" dirty="0">
              <a:solidFill>
                <a:srgbClr val="FF0000"/>
              </a:solidFill>
            </a:endParaRPr>
          </a:p>
          <a:p>
            <a:pPr algn="l">
              <a:defRPr sz="880" b="0" i="0">
                <a:solidFill>
                  <a:srgbClr val="334155"/>
                </a:solidFill>
                <a:latin typeface="Calibri"/>
              </a:defRPr>
            </a:pPr>
            <a:r>
              <a:t>• Distinct Vibrant Magenta Marquee Food Courts (zero visual clash with amber family tents).</a:t>
            </a:r>
          </a:p>
          <a:p>
            <a:pPr algn="l">
              <a:defRPr sz="880" b="0" i="0">
                <a:solidFill>
                  <a:srgbClr val="334155"/>
                </a:solidFill>
                <a:latin typeface="Calibri"/>
              </a:defRPr>
            </a:pPr>
            <a:r>
              <a:t>• Autonomous Water Intake &amp; Purification Plant positioned adjacent to detected water bodies.</a:t>
            </a:r>
          </a:p>
          <a:p>
            <a:pPr algn="l">
              <a:defRPr sz="880" b="0" i="0">
                <a:solidFill>
                  <a:srgbClr val="334155"/>
                </a:solidFill>
                <a:latin typeface="Calibri"/>
              </a:defRPr>
            </a:pPr>
            <a:r>
              <a:t>• Multi-format export: 1024x1024 PNG, GeoJSON for QGIS/CAD, and official PDF briefs.</a:t>
            </a:r>
          </a:p>
        </p:txBody>
      </p:sp>
      <p:sp>
        <p:nvSpPr>
          <p:cNvPr id="16" name="Shape 14"/>
          <p:cNvSpPr/>
          <p:nvPr/>
        </p:nvSpPr>
        <p:spPr>
          <a:xfrm>
            <a:off x="6181344" y="2743200"/>
            <a:ext cx="2724912" cy="3703320"/>
          </a:xfrm>
          <a:prstGeom prst="rect">
            <a:avLst/>
          </a:prstGeom>
          <a:solidFill>
            <a:srgbClr val="F4F6FC"/>
          </a:solidFill>
          <a:ln/>
        </p:spPr>
        <p:txBody>
          <a:bodyPr/>
          <a:lstStyle/>
          <a:p>
            <a:endParaRPr lang="en-IN"/>
          </a:p>
        </p:txBody>
      </p:sp>
      <p:sp>
        <p:nvSpPr>
          <p:cNvPr id="18" name="Text 16"/>
          <p:cNvSpPr/>
          <p:nvPr/>
        </p:nvSpPr>
        <p:spPr>
          <a:xfrm>
            <a:off x="6364224" y="2971800"/>
            <a:ext cx="457200" cy="457200"/>
          </a:xfrm>
          <a:prstGeom prst="rect">
            <a:avLst/>
          </a:prstGeom>
          <a:noFill/>
          <a:ln/>
        </p:spPr>
        <p:txBody>
          <a:bodyPr wrap="square" rtlCol="0" anchor="ctr"/>
          <a:lstStyle/>
          <a:p>
            <a:pPr marL="0" indent="0" algn="ctr">
              <a:buNone/>
            </a:pPr>
            <a:r>
              <a:rPr lang="en-US" sz="2400" b="1" dirty="0">
                <a:solidFill>
                  <a:srgbClr val="FF0000"/>
                </a:solidFill>
                <a:latin typeface="Calibri" pitchFamily="34" charset="0"/>
                <a:ea typeface="Calibri" pitchFamily="34" charset="-122"/>
                <a:cs typeface="Calibri" pitchFamily="34" charset="-120"/>
              </a:rPr>
              <a:t>3</a:t>
            </a:r>
            <a:endParaRPr lang="en-US" sz="2400" dirty="0">
              <a:solidFill>
                <a:srgbClr val="FF0000"/>
              </a:solidFill>
            </a:endParaRPr>
          </a:p>
        </p:txBody>
      </p:sp>
      <p:sp>
        <p:nvSpPr>
          <p:cNvPr id="19" name="Text 17"/>
          <p:cNvSpPr/>
          <p:nvPr/>
        </p:nvSpPr>
        <p:spPr>
          <a:xfrm>
            <a:off x="6958584" y="2971800"/>
            <a:ext cx="1810512" cy="457200"/>
          </a:xfrm>
          <a:prstGeom prst="rect">
            <a:avLst/>
          </a:prstGeom>
          <a:noFill/>
          <a:ln/>
        </p:spPr>
        <p:txBody>
          <a:bodyPr wrap="square" rtlCol="0" anchor="ctr"/>
          <a:lstStyle/>
          <a:p>
            <a:pPr marL="0" indent="0">
              <a:buNone/>
            </a:pPr>
            <a:r>
              <a:rPr lang="en-US" sz="1800" b="1" dirty="0">
                <a:solidFill>
                  <a:srgbClr val="FF0000"/>
                </a:solidFill>
                <a:latin typeface="Calibri" pitchFamily="34" charset="0"/>
                <a:ea typeface="Calibri" pitchFamily="34" charset="-122"/>
                <a:cs typeface="Calibri" pitchFamily="34" charset="-120"/>
              </a:rPr>
              <a:t>Product Features</a:t>
            </a:r>
            <a:endParaRPr lang="en-US" sz="1800" dirty="0">
              <a:solidFill>
                <a:srgbClr val="FF0000"/>
              </a:solidFill>
            </a:endParaRPr>
          </a:p>
        </p:txBody>
      </p:sp>
      <p:sp>
        <p:nvSpPr>
          <p:cNvPr id="20" name="Text 18"/>
          <p:cNvSpPr/>
          <p:nvPr/>
        </p:nvSpPr>
        <p:spPr>
          <a:xfrm>
            <a:off x="6364224" y="3611880"/>
            <a:ext cx="2359152" cy="2651760"/>
          </a:xfrm>
          <a:prstGeom prst="rect">
            <a:avLst/>
          </a:prstGeom>
          <a:noFill/>
          <a:ln/>
        </p:spPr>
        <p:txBody>
          <a:bodyPr wrap="square" rtlCol="0" anchor="ctr"/>
          <a:lstStyle/>
          <a:p>
            <a:pPr marL="0" indent="0" algn="l">
              <a:buNone/>
              <a:defRPr sz="880" b="0" i="0">
                <a:solidFill>
                  <a:srgbClr val="334155"/>
                </a:solidFill>
                <a:latin typeface="Calibri"/>
              </a:defRPr>
            </a:pPr>
            <a:r>
              <a:t>• Subdivides parcels into road-bounded boxes with guaranteed water &amp; washroom in every box.</a:t>
            </a:r>
            <a:endParaRPr lang="en-US" sz="1600" dirty="0">
              <a:solidFill>
                <a:srgbClr val="FF0000"/>
              </a:solidFill>
            </a:endParaRPr>
          </a:p>
          <a:p>
            <a:pPr algn="l">
              <a:defRPr sz="880" b="0" i="0">
                <a:solidFill>
                  <a:srgbClr val="334155"/>
                </a:solidFill>
                <a:latin typeface="Calibri"/>
              </a:defRPr>
            </a:pPr>
            <a:r>
              <a:t>• Multi-scale contour packing (14x14px primary + 7x7px adaptive) achieves 59.0%–76.6% land utilization.</a:t>
            </a:r>
          </a:p>
          <a:p>
            <a:pPr algn="l">
              <a:defRPr sz="880" b="0" i="0">
                <a:solidFill>
                  <a:srgbClr val="334155"/>
                </a:solidFill>
                <a:latin typeface="Calibri"/>
              </a:defRPr>
            </a:pPr>
            <a:r>
              <a:t>• Accommodates up to 4,970 persons per tile with an optimal 34.2m average walking distance.</a:t>
            </a:r>
          </a:p>
          <a:p>
            <a:pPr algn="l">
              <a:defRPr sz="880" b="0" i="0">
                <a:solidFill>
                  <a:srgbClr val="334155"/>
                </a:solidFill>
                <a:latin typeface="Calibri"/>
              </a:defRPr>
            </a:pPr>
            <a:r>
              <a:t>• Automated Sphere logistics engine: daily water (15L/day), food rations (0.45kg/day), and solar power.</a:t>
            </a:r>
          </a:p>
        </p:txBody>
      </p:sp>
      <p:sp>
        <p:nvSpPr>
          <p:cNvPr id="21" name="Shape 19"/>
          <p:cNvSpPr/>
          <p:nvPr/>
        </p:nvSpPr>
        <p:spPr>
          <a:xfrm>
            <a:off x="9043416" y="2743200"/>
            <a:ext cx="2724912" cy="3703320"/>
          </a:xfrm>
          <a:prstGeom prst="rect">
            <a:avLst/>
          </a:prstGeom>
          <a:solidFill>
            <a:srgbClr val="F4F6FC"/>
          </a:solidFill>
          <a:ln/>
        </p:spPr>
        <p:txBody>
          <a:bodyPr/>
          <a:lstStyle/>
          <a:p>
            <a:endParaRPr lang="en-IN"/>
          </a:p>
        </p:txBody>
      </p:sp>
      <p:sp>
        <p:nvSpPr>
          <p:cNvPr id="23" name="Text 21"/>
          <p:cNvSpPr/>
          <p:nvPr/>
        </p:nvSpPr>
        <p:spPr>
          <a:xfrm>
            <a:off x="9226296" y="2971800"/>
            <a:ext cx="457200" cy="457200"/>
          </a:xfrm>
          <a:prstGeom prst="rect">
            <a:avLst/>
          </a:prstGeom>
          <a:noFill/>
          <a:ln/>
        </p:spPr>
        <p:txBody>
          <a:bodyPr wrap="square" rtlCol="0" anchor="ctr"/>
          <a:lstStyle/>
          <a:p>
            <a:pPr marL="0" indent="0" algn="ctr">
              <a:buNone/>
            </a:pPr>
            <a:r>
              <a:rPr lang="en-US" sz="2400" b="1" dirty="0">
                <a:solidFill>
                  <a:srgbClr val="FF0000"/>
                </a:solidFill>
                <a:latin typeface="Calibri" pitchFamily="34" charset="0"/>
                <a:ea typeface="Calibri" pitchFamily="34" charset="-122"/>
                <a:cs typeface="Calibri" pitchFamily="34" charset="-120"/>
              </a:rPr>
              <a:t>4</a:t>
            </a:r>
            <a:endParaRPr lang="en-US" sz="2400" dirty="0">
              <a:solidFill>
                <a:srgbClr val="FF0000"/>
              </a:solidFill>
            </a:endParaRPr>
          </a:p>
        </p:txBody>
      </p:sp>
      <p:sp>
        <p:nvSpPr>
          <p:cNvPr id="24" name="Text 22"/>
          <p:cNvSpPr/>
          <p:nvPr/>
        </p:nvSpPr>
        <p:spPr>
          <a:xfrm>
            <a:off x="9820656" y="2971800"/>
            <a:ext cx="1810512" cy="457200"/>
          </a:xfrm>
          <a:prstGeom prst="rect">
            <a:avLst/>
          </a:prstGeom>
          <a:noFill/>
          <a:ln/>
        </p:spPr>
        <p:txBody>
          <a:bodyPr wrap="square" rtlCol="0" anchor="ctr"/>
          <a:lstStyle/>
          <a:p>
            <a:pPr marL="0" indent="0">
              <a:buNone/>
            </a:pPr>
            <a:r>
              <a:rPr lang="en-US" sz="1800" b="1" dirty="0">
                <a:solidFill>
                  <a:srgbClr val="FF0000"/>
                </a:solidFill>
                <a:latin typeface="Calibri" pitchFamily="34" charset="0"/>
                <a:ea typeface="Calibri" pitchFamily="34" charset="-122"/>
                <a:cs typeface="Calibri" pitchFamily="34" charset="-120"/>
              </a:rPr>
              <a:t>Research Gap Focused</a:t>
            </a:r>
            <a:endParaRPr lang="en-US" sz="1800" dirty="0">
              <a:solidFill>
                <a:srgbClr val="FF0000"/>
              </a:solidFill>
            </a:endParaRPr>
          </a:p>
        </p:txBody>
      </p:sp>
      <p:sp>
        <p:nvSpPr>
          <p:cNvPr id="25" name="Text 23"/>
          <p:cNvSpPr/>
          <p:nvPr/>
        </p:nvSpPr>
        <p:spPr>
          <a:xfrm>
            <a:off x="9226296" y="3611880"/>
            <a:ext cx="2359152" cy="2651760"/>
          </a:xfrm>
          <a:prstGeom prst="rect">
            <a:avLst/>
          </a:prstGeom>
          <a:noFill/>
          <a:ln/>
        </p:spPr>
        <p:txBody>
          <a:bodyPr wrap="square" rtlCol="0" anchor="ctr"/>
          <a:lstStyle/>
          <a:p>
            <a:pPr marL="0" indent="0" algn="l">
              <a:buNone/>
              <a:defRPr sz="880" b="0" i="0">
                <a:solidFill>
                  <a:srgbClr val="334155"/>
                </a:solidFill>
                <a:latin typeface="Calibri"/>
              </a:defRPr>
            </a:pPr>
            <a:r>
              <a:t>• Moves AI from passive observation (damage mapping) to active generative recovery planning.</a:t>
            </a:r>
            <a:endParaRPr lang="en-US" sz="1600" dirty="0">
              <a:solidFill>
                <a:srgbClr val="FF0000"/>
              </a:solidFill>
            </a:endParaRPr>
          </a:p>
          <a:p>
            <a:pPr algn="l">
              <a:defRPr sz="880" b="0" i="0">
                <a:solidFill>
                  <a:srgbClr val="334155"/>
                </a:solidFill>
                <a:latin typeface="Calibri"/>
              </a:defRPr>
            </a:pPr>
            <a:r>
              <a:t>• Mathematical translation of qualitative UNHCR/Sphere guidelines into executable spatial constraints.</a:t>
            </a:r>
          </a:p>
          <a:p>
            <a:pPr algn="l">
              <a:defRPr sz="880" b="0" i="0">
                <a:solidFill>
                  <a:srgbClr val="334155"/>
                </a:solidFill>
                <a:latin typeface="Calibri"/>
              </a:defRPr>
            </a:pPr>
            <a:r>
              <a:t>• Quantitative 99.4% UNHCR compliance scoring across 6 cardinal humanitarian spatial dimensions.</a:t>
            </a:r>
          </a:p>
          <a:p>
            <a:pPr algn="l">
              <a:defRPr sz="880" b="0" i="0">
                <a:solidFill>
                  <a:srgbClr val="334155"/>
                </a:solidFill>
                <a:latin typeface="Calibri"/>
              </a:defRPr>
            </a:pPr>
            <a:r>
              <a:t>• Eliminates 72+ hours of critical manual CAD drafting during the emergency crisis window.</a:t>
            </a:r>
          </a:p>
        </p:txBody>
      </p:sp>
      <p:sp>
        <p:nvSpPr>
          <p:cNvPr id="26" name="Text 24"/>
          <p:cNvSpPr/>
          <p:nvPr/>
        </p:nvSpPr>
        <p:spPr>
          <a:xfrm>
            <a:off x="11548872" y="6446520"/>
            <a:ext cx="365760" cy="274320"/>
          </a:xfrm>
          <a:prstGeom prst="rect">
            <a:avLst/>
          </a:prstGeom>
          <a:noFill/>
          <a:ln/>
        </p:spPr>
        <p:txBody>
          <a:bodyPr wrap="square" rtlCol="0" anchor="ctr"/>
          <a:lstStyle/>
          <a:p>
            <a:pPr marL="0" indent="0" algn="r">
              <a:buNone/>
            </a:pPr>
            <a:r>
              <a:rPr lang="en-US" sz="1200" dirty="0">
                <a:solidFill>
                  <a:srgbClr val="FF0000"/>
                </a:solidFill>
                <a:latin typeface="Calibri" pitchFamily="34" charset="0"/>
                <a:ea typeface="Calibri" pitchFamily="34" charset="-122"/>
                <a:cs typeface="Calibri" pitchFamily="34" charset="-120"/>
              </a:rPr>
              <a:t>5</a:t>
            </a:r>
            <a:endParaRPr lang="en-US" sz="1200" dirty="0">
              <a:solidFill>
                <a:srgbClr val="FF0000"/>
              </a:solidFill>
            </a:endParaRPr>
          </a:p>
        </p:txBody>
      </p:sp>
      <p:sp>
        <p:nvSpPr>
          <p:cNvPr id="27" name="Text 25"/>
          <p:cNvSpPr/>
          <p:nvPr/>
        </p:nvSpPr>
        <p:spPr>
          <a:xfrm>
            <a:off x="457200" y="6446520"/>
            <a:ext cx="4572000" cy="274320"/>
          </a:xfrm>
          <a:prstGeom prst="rect">
            <a:avLst/>
          </a:prstGeom>
          <a:noFill/>
          <a:ln/>
        </p:spPr>
        <p:txBody>
          <a:bodyPr wrap="square" rtlCol="0" anchor="ctr"/>
          <a:lstStyle/>
          <a:p>
            <a:pPr marL="0" indent="0">
              <a:buNone/>
            </a:pPr>
            <a:endParaRPr lang="en-US" sz="1100" dirty="0">
              <a:solidFill>
                <a:srgbClr val="FF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65760"/>
            <a:ext cx="8229600" cy="502920"/>
          </a:xfrm>
          <a:prstGeom prst="rect">
            <a:avLst/>
          </a:prstGeom>
          <a:noFill/>
          <a:ln/>
        </p:spPr>
        <p:txBody>
          <a:bodyPr wrap="square" rtlCol="0" anchor="ctr"/>
          <a:lstStyle/>
          <a:p>
            <a:pPr marL="0" indent="0">
              <a:buNone/>
            </a:pPr>
            <a:r>
              <a:rPr lang="en-US" sz="2800" b="1" dirty="0">
                <a:solidFill>
                  <a:srgbClr val="FF0000"/>
                </a:solidFill>
                <a:latin typeface="Cambria" pitchFamily="34" charset="0"/>
                <a:ea typeface="Cambria" pitchFamily="34" charset="-122"/>
                <a:cs typeface="Cambria" pitchFamily="34" charset="-120"/>
              </a:rPr>
              <a:t>Member Contributions</a:t>
            </a:r>
            <a:endParaRPr lang="en-US" sz="2800" dirty="0">
              <a:solidFill>
                <a:srgbClr val="FF0000"/>
              </a:solidFill>
            </a:endParaRPr>
          </a:p>
        </p:txBody>
      </p:sp>
      <p:sp>
        <p:nvSpPr>
          <p:cNvPr id="3" name="Text 1"/>
          <p:cNvSpPr/>
          <p:nvPr/>
        </p:nvSpPr>
        <p:spPr>
          <a:xfrm>
            <a:off x="457200" y="896112"/>
            <a:ext cx="7315200" cy="320040"/>
          </a:xfrm>
          <a:prstGeom prst="rect">
            <a:avLst/>
          </a:prstGeom>
          <a:noFill/>
          <a:ln/>
        </p:spPr>
        <p:txBody>
          <a:bodyPr wrap="square" rtlCol="0" anchor="ctr"/>
          <a:lstStyle/>
          <a:p>
            <a:pPr marL="0" indent="0">
              <a:buNone/>
            </a:pPr>
            <a:r>
              <a:rPr lang="en-US" sz="1200" i="1" dirty="0">
                <a:solidFill>
                  <a:srgbClr val="FF0000"/>
                </a:solidFill>
                <a:latin typeface="Calibri" pitchFamily="34" charset="0"/>
                <a:ea typeface="Calibri" pitchFamily="34" charset="-122"/>
                <a:cs typeface="Calibri" pitchFamily="34" charset="-120"/>
              </a:rPr>
              <a:t>Technical contribution of each team member</a:t>
            </a:r>
            <a:endParaRPr lang="en-US" sz="1200" dirty="0">
              <a:solidFill>
                <a:srgbClr val="FF0000"/>
              </a:solidFill>
            </a:endParaRPr>
          </a:p>
        </p:txBody>
      </p:sp>
      <p:graphicFrame>
        <p:nvGraphicFramePr>
          <p:cNvPr id="7" name="Table 0"/>
          <p:cNvGraphicFramePr>
            <a:graphicFrameLocks noGrp="1"/>
          </p:cNvGraphicFramePr>
          <p:nvPr>
            <p:extLst>
              <p:ext uri="{D42A27DB-BD31-4B8C-83A1-F6EECF244321}">
                <p14:modId xmlns:p14="http://schemas.microsoft.com/office/powerpoint/2010/main" val="3825312776"/>
              </p:ext>
            </p:extLst>
          </p:nvPr>
        </p:nvGraphicFramePr>
        <p:xfrm>
          <a:off x="457200" y="1206454"/>
          <a:ext cx="11274552" cy="3108960"/>
        </p:xfrm>
        <a:graphic>
          <a:graphicData uri="http://schemas.openxmlformats.org/drawingml/2006/table">
            <a:tbl>
              <a:tblPr/>
              <a:tblGrid>
                <a:gridCol w="3657600">
                  <a:extLst>
                    <a:ext uri="{9D8B030D-6E8A-4147-A177-3AD203B41FA5}">
                      <a16:colId xmlns:a16="http://schemas.microsoft.com/office/drawing/2014/main" val="20000"/>
                    </a:ext>
                  </a:extLst>
                </a:gridCol>
                <a:gridCol w="7616952">
                  <a:extLst>
                    <a:ext uri="{9D8B030D-6E8A-4147-A177-3AD203B41FA5}">
                      <a16:colId xmlns:a16="http://schemas.microsoft.com/office/drawing/2014/main" val="20001"/>
                    </a:ext>
                  </a:extLst>
                </a:gridCol>
              </a:tblGrid>
              <a:tr h="777240">
                <a:tc>
                  <a:txBody>
                    <a:bodyPr/>
                    <a:lstStyle/>
                    <a:p>
                      <a:pPr marL="0" indent="0" algn="ctr">
                        <a:buNone/>
                      </a:pPr>
                      <a:r>
                        <a:rPr lang="en-US" sz="1600" b="1" dirty="0">
                          <a:solidFill>
                            <a:schemeClr val="bg1"/>
                          </a:solidFill>
                          <a:latin typeface="Calibri" pitchFamily="34" charset="0"/>
                          <a:ea typeface="Calibri" pitchFamily="34" charset="-122"/>
                          <a:cs typeface="Calibri" pitchFamily="34" charset="-120"/>
                        </a:rPr>
                        <a:t>Member Name</a:t>
                      </a:r>
                      <a:endParaRPr lang="en-US" sz="1600" dirty="0">
                        <a:solidFill>
                          <a:schemeClr val="bg1"/>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tc>
                  <a:txBody>
                    <a:bodyPr/>
                    <a:lstStyle/>
                    <a:p>
                      <a:pPr marL="0" indent="0" algn="ctr">
                        <a:buNone/>
                      </a:pPr>
                      <a:r>
                        <a:rPr lang="en-US" sz="1600" b="1" dirty="0">
                          <a:solidFill>
                            <a:schemeClr val="bg1"/>
                          </a:solidFill>
                          <a:latin typeface="Calibri" pitchFamily="34" charset="0"/>
                          <a:ea typeface="Calibri" pitchFamily="34" charset="-122"/>
                          <a:cs typeface="Calibri" pitchFamily="34" charset="-120"/>
                        </a:rPr>
                        <a:t>Contribution (Technical)</a:t>
                      </a:r>
                      <a:endParaRPr lang="en-US" sz="1600" dirty="0">
                        <a:solidFill>
                          <a:schemeClr val="bg1"/>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C00000"/>
                    </a:solidFill>
                  </a:tcPr>
                </a:tc>
                <a:extLst>
                  <a:ext uri="{0D108BD9-81ED-4DB2-BD59-A6C34878D82A}">
                    <a16:rowId xmlns:a16="http://schemas.microsoft.com/office/drawing/2014/main" val="10000"/>
                  </a:ext>
                </a:extLst>
              </a:tr>
              <a:tr h="777240">
                <a:tc>
                  <a:txBody>
                    <a:bodyPr/>
                    <a:lstStyle/>
                    <a:p>
                      <a:pPr marL="0" indent="0" algn="l">
                        <a:buNone/>
                        <a:defRPr sz="1050" b="1" i="0">
                          <a:solidFill>
                            <a:srgbClr val="0F172A"/>
                          </a:solidFill>
                          <a:latin typeface="Calibri"/>
                        </a:defRPr>
                      </a:pPr>
                      <a:r>
                        <a:t>Paarthu Reddy</a:t>
                      </a:r>
                      <a:br/>
                      <a:r>
                        <a:t>(Team Lead)</a:t>
                      </a:r>
                      <a:endParaRPr lang="en-US" sz="1600" dirty="0">
                        <a:solidFill>
                          <a:srgbClr val="FF0000"/>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wrap="square"/>
                    <a:lstStyle/>
                    <a:p>
                      <a:pPr marL="0" indent="0" algn="l">
                        <a:buNone/>
                        <a:defRPr sz="900" b="0" i="0">
                          <a:solidFill>
                            <a:srgbClr val="334155"/>
                          </a:solidFill>
                          <a:latin typeface="Calibri"/>
                        </a:defRPr>
                      </a:pPr>
                      <a:r>
                        <a:t>• Designed end-to-end system architecture and pipeline integration.</a:t>
                      </a:r>
                      <a:endParaRPr lang="en-US" sz="1600" dirty="0">
                        <a:solidFill>
                          <a:srgbClr val="FF0000"/>
                        </a:solidFill>
                        <a:latin typeface="Calibri" charset="0"/>
                        <a:ea typeface="Calibri" charset="0"/>
                        <a:cs typeface="Calibri" charset="0"/>
                      </a:endParaRPr>
                    </a:p>
                    <a:p>
                      <a:pPr algn="l">
                        <a:defRPr sz="900" b="0" i="0">
                          <a:solidFill>
                            <a:srgbClr val="334155"/>
                          </a:solidFill>
                          <a:latin typeface="Calibri"/>
                        </a:defRPr>
                      </a:pPr>
                      <a:r>
                        <a:t>• Implemented DeepLabV3+ with ASPP in PyTorch and trained on the LoveDA remote sensing dataset.</a:t>
                      </a:r>
                    </a:p>
                    <a:p>
                      <a:pPr algn="l">
                        <a:defRPr sz="900" b="0" i="0">
                          <a:solidFill>
                            <a:srgbClr val="334155"/>
                          </a:solidFill>
                          <a:latin typeface="Calibri"/>
                        </a:defRPr>
                      </a:pPr>
                      <a:r>
                        <a:t>• Developed multi-scale contour infill optimization, river intake water tank placement, and per-box water/washroom partitioning.</a:t>
                      </a:r>
                    </a:p>
                    <a:p>
                      <a:pPr algn="l">
                        <a:defRPr sz="900" b="0" i="0">
                          <a:solidFill>
                            <a:srgbClr val="334155"/>
                          </a:solidFill>
                          <a:latin typeface="Calibri"/>
                        </a:defRPr>
                      </a:pPr>
                      <a:r>
                        <a:t>• Engineered 1024x1024 HD GIS renderer with distinct magenta food courts, cyan reservoir tanks, and cartographic HUD.</a:t>
                      </a:r>
                    </a:p>
                    <a:p>
                      <a:pPr algn="l">
                        <a:defRPr sz="900" b="0" i="0">
                          <a:solidFill>
                            <a:srgbClr val="334155"/>
                          </a:solidFill>
                          <a:latin typeface="Calibri"/>
                        </a:defRPr>
                      </a:pPr>
                      <a:r>
                        <a:t>• Built full-stack FastAPI backend and interactive React operations dashboard with split slider and Sphere logistics calculator.</a:t>
                      </a: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lgn="l">
                        <a:buNone/>
                        <a:defRPr sz="1050" b="1" i="0">
                          <a:solidFill>
                            <a:srgbClr val="0F172A"/>
                          </a:solidFill>
                          <a:latin typeface="Calibri"/>
                        </a:defRPr>
                      </a:pPr>
                      <a:r>
                        <a:t>Shivam Kharat</a:t>
                      </a:r>
                      <a:endParaRPr lang="en-US" sz="1600" dirty="0">
                        <a:solidFill>
                          <a:srgbClr val="FF0000"/>
                        </a:solidFill>
                        <a:latin typeface="Calibri" charset="0"/>
                        <a:ea typeface="Calibri" charset="0"/>
                        <a:cs typeface="Calibri" charset="0"/>
                      </a:endParaRP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tc>
                  <a:txBody>
                    <a:bodyPr wrap="square"/>
                    <a:lstStyle/>
                    <a:p>
                      <a:pPr marL="0" indent="0" algn="l">
                        <a:buNone/>
                        <a:defRPr sz="900" b="0" i="0">
                          <a:solidFill>
                            <a:srgbClr val="334155"/>
                          </a:solidFill>
                          <a:latin typeface="Calibri"/>
                        </a:defRPr>
                      </a:pPr>
                      <a:r>
                        <a:t>• Curated LoveDA remote sensing dataset and implemented sliding-window tiling (256x256) pipeline.</a:t>
                      </a:r>
                      <a:endParaRPr lang="en-US" sz="1600" dirty="0">
                        <a:solidFill>
                          <a:srgbClr val="FF0000"/>
                        </a:solidFill>
                        <a:latin typeface="Calibri" charset="0"/>
                        <a:ea typeface="Calibri" charset="0"/>
                        <a:cs typeface="Calibri" charset="0"/>
                      </a:endParaRPr>
                    </a:p>
                    <a:p>
                      <a:pPr algn="l">
                        <a:defRPr sz="900" b="0" i="0">
                          <a:solidFill>
                            <a:srgbClr val="334155"/>
                          </a:solidFill>
                          <a:latin typeface="Calibri"/>
                        </a:defRPr>
                      </a:pPr>
                      <a:r>
                        <a:t>• Formalized mathematical UNHCR compliance scoring model (99.4%) and Sphere resource demand formulas.</a:t>
                      </a:r>
                    </a:p>
                    <a:p>
                      <a:pPr algn="l">
                        <a:defRPr sz="900" b="0" i="0">
                          <a:solidFill>
                            <a:srgbClr val="334155"/>
                          </a:solidFill>
                          <a:latin typeface="Calibri"/>
                        </a:defRPr>
                      </a:pPr>
                      <a:r>
                        <a:t>• Developed automated evaluation metrics: mIoU, Dice score, land utilization %, and walking distance index.</a:t>
                      </a:r>
                    </a:p>
                    <a:p>
                      <a:pPr algn="l">
                        <a:defRPr sz="900" b="0" i="0">
                          <a:solidFill>
                            <a:srgbClr val="334155"/>
                          </a:solidFill>
                          <a:latin typeface="Calibri"/>
                        </a:defRPr>
                      </a:pPr>
                      <a:r>
                        <a:t>• Conducted stress-testing across diverse satellite terrains (open plain, river basin, agricultural valley).</a:t>
                      </a:r>
                    </a:p>
                    <a:p>
                      <a:pPr algn="l">
                        <a:defRPr sz="900" b="0" i="0">
                          <a:solidFill>
                            <a:srgbClr val="334155"/>
                          </a:solidFill>
                          <a:latin typeface="Calibri"/>
                        </a:defRPr>
                      </a:pPr>
                      <a:r>
                        <a:t>• Prepared technical project reports, documentation, and review presentation materials.</a:t>
                      </a:r>
                    </a:p>
                  </a:txBody>
                  <a:tcPr anchor="ctr">
                    <a:lnL w="9525" cap="flat" cmpd="sng" algn="ctr">
                      <a:solidFill>
                        <a:srgbClr val="D7DCEA"/>
                      </a:solidFill>
                      <a:prstDash val="solid"/>
                      <a:round/>
                      <a:headEnd type="none" w="med" len="med"/>
                      <a:tailEnd type="none" w="med" len="med"/>
                    </a:lnL>
                    <a:lnR w="9525" cap="flat" cmpd="sng" algn="ctr">
                      <a:solidFill>
                        <a:srgbClr val="D7DCEA"/>
                      </a:solidFill>
                      <a:prstDash val="solid"/>
                      <a:round/>
                      <a:headEnd type="none" w="med" len="med"/>
                      <a:tailEnd type="none" w="med" len="med"/>
                    </a:lnR>
                    <a:lnT w="9525" cap="flat" cmpd="sng" algn="ctr">
                      <a:solidFill>
                        <a:srgbClr val="D7DCEA"/>
                      </a:solidFill>
                      <a:prstDash val="solid"/>
                      <a:round/>
                      <a:headEnd type="none" w="med" len="med"/>
                      <a:tailEnd type="none" w="med" len="med"/>
                    </a:lnT>
                    <a:lnB w="9525" cap="flat" cmpd="sng" algn="ctr">
                      <a:solidFill>
                        <a:srgbClr val="D7DC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5" name="Text 2"/>
          <p:cNvSpPr/>
          <p:nvPr/>
        </p:nvSpPr>
        <p:spPr>
          <a:xfrm>
            <a:off x="11548872" y="6446520"/>
            <a:ext cx="365760" cy="274320"/>
          </a:xfrm>
          <a:prstGeom prst="rect">
            <a:avLst/>
          </a:prstGeom>
          <a:noFill/>
          <a:ln/>
        </p:spPr>
        <p:txBody>
          <a:bodyPr wrap="square" rtlCol="0" anchor="ctr"/>
          <a:lstStyle/>
          <a:p>
            <a:pPr marL="0" indent="0" algn="r">
              <a:buNone/>
            </a:pPr>
            <a:r>
              <a:rPr lang="en-US" sz="1000" dirty="0">
                <a:solidFill>
                  <a:srgbClr val="5A5A6B"/>
                </a:solidFill>
                <a:latin typeface="Calibri" pitchFamily="34" charset="0"/>
                <a:ea typeface="Calibri" pitchFamily="34" charset="-122"/>
                <a:cs typeface="Calibri" pitchFamily="34" charset="-120"/>
              </a:rPr>
              <a:t>6</a:t>
            </a:r>
            <a:endParaRPr lang="en-US" sz="1000" dirty="0"/>
          </a:p>
        </p:txBody>
      </p:sp>
      <p:sp>
        <p:nvSpPr>
          <p:cNvPr id="6" name="Text 3"/>
          <p:cNvSpPr/>
          <p:nvPr/>
        </p:nvSpPr>
        <p:spPr>
          <a:xfrm>
            <a:off x="457200" y="6446520"/>
            <a:ext cx="4572000" cy="274320"/>
          </a:xfrm>
          <a:prstGeom prst="rect">
            <a:avLst/>
          </a:prstGeom>
          <a:noFill/>
          <a:ln/>
        </p:spPr>
        <p:txBody>
          <a:bodyPr wrap="square" rtlCol="0" anchor="ctr"/>
          <a:lstStyle/>
          <a:p>
            <a:pPr marL="0" indent="0">
              <a:buNone/>
            </a:pP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B029D62-4C62-A749-15CA-9F5DD337DE2A}"/>
              </a:ext>
            </a:extLst>
          </p:cNvPr>
          <p:cNvSpPr txBox="1"/>
          <p:nvPr/>
        </p:nvSpPr>
        <p:spPr>
          <a:xfrm>
            <a:off x="371902" y="221425"/>
            <a:ext cx="6093724" cy="307777"/>
          </a:xfrm>
          <a:prstGeom prst="rect">
            <a:avLst/>
          </a:prstGeom>
          <a:noFill/>
        </p:spPr>
        <p:txBody>
          <a:bodyPr wrap="square">
            <a:spAutoFit/>
          </a:bodyPr>
          <a:lstStyle/>
          <a:p>
            <a:pPr>
              <a:defRPr sz="2000" b="1">
                <a:solidFill>
                  <a:srgbClr val="0F172A"/>
                </a:solidFill>
              </a:defRPr>
            </a:pPr>
            <a:r>
              <a:t>Denoising &amp; Spatial Robustness Approach</a:t>
            </a:r>
          </a:p>
        </p:txBody>
      </p:sp>
      <p:sp>
        <p:nvSpPr>
          <p:cNvPr id="5" name="TextBox 4">
            <a:extLst>
              <a:ext uri="{FF2B5EF4-FFF2-40B4-BE49-F238E27FC236}">
                <a16:creationId xmlns:a16="http://schemas.microsoft.com/office/drawing/2014/main" id="{BDF6BEE4-313D-0380-303B-32E07AFEE721}"/>
              </a:ext>
            </a:extLst>
          </p:cNvPr>
          <p:cNvSpPr txBox="1"/>
          <p:nvPr/>
        </p:nvSpPr>
        <p:spPr>
          <a:xfrm>
            <a:off x="1054290" y="529202"/>
            <a:ext cx="6093724" cy="307777"/>
          </a:xfrm>
          <a:prstGeom prst="rect">
            <a:avLst/>
          </a:prstGeom>
          <a:noFill/>
        </p:spPr>
        <p:txBody>
          <a:bodyPr wrap="square">
            <a:spAutoFit/>
          </a:bodyPr>
          <a:lstStyle/>
          <a:p>
            <a:pPr>
              <a:defRPr sz="1100" i="1">
                <a:solidFill>
                  <a:srgbClr val="475569"/>
                </a:solidFill>
              </a:defRPr>
            </a:pPr>
            <a:r>
              <a:t>Remote Sensing Noise Modeling, Synthetic Perturbation &amp; Morphological Filtering Pipeline</a:t>
            </a:r>
          </a:p>
        </p:txBody>
      </p:sp>
      <p:pic>
        <p:nvPicPr>
          <p:cNvPr id="6" name="Picture 5" descr="denoising_pipeline.png"/>
          <p:cNvPicPr>
            <a:picLocks noChangeAspect="1"/>
          </p:cNvPicPr>
          <p:nvPr/>
        </p:nvPicPr>
        <p:blipFill>
          <a:blip r:embed="rId2"/>
          <a:stretch>
            <a:fillRect/>
          </a:stretch>
        </p:blipFill>
        <p:spPr>
          <a:xfrm>
            <a:off x="731520" y="1097280"/>
            <a:ext cx="10241280" cy="4937760"/>
          </a:xfrm>
          <a:prstGeom prst="rect">
            <a:avLst/>
          </a:prstGeom>
        </p:spPr>
      </p:pic>
    </p:spTree>
    <p:extLst>
      <p:ext uri="{BB962C8B-B14F-4D97-AF65-F5344CB8AC3E}">
        <p14:creationId xmlns:p14="http://schemas.microsoft.com/office/powerpoint/2010/main" val="236890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690922A-A26C-AF6C-DF9E-AC0742BA3D66}"/>
              </a:ext>
            </a:extLst>
          </p:cNvPr>
          <p:cNvSpPr txBox="1"/>
          <p:nvPr/>
        </p:nvSpPr>
        <p:spPr>
          <a:xfrm>
            <a:off x="467436" y="316960"/>
            <a:ext cx="6093724" cy="307777"/>
          </a:xfrm>
          <a:prstGeom prst="rect">
            <a:avLst/>
          </a:prstGeom>
          <a:noFill/>
        </p:spPr>
        <p:txBody>
          <a:bodyPr wrap="square">
            <a:spAutoFit/>
          </a:bodyPr>
          <a:lstStyle/>
          <a:p>
            <a:pPr>
              <a:defRPr sz="2000" b="1">
                <a:solidFill>
                  <a:srgbClr val="0F172A"/>
                </a:solidFill>
              </a:defRPr>
            </a:pPr>
            <a:r>
              <a:t>Deep Learning Model: DeepLabV3+ with ASPP</a:t>
            </a:r>
          </a:p>
        </p:txBody>
      </p:sp>
      <p:sp>
        <p:nvSpPr>
          <p:cNvPr id="5" name="TextBox 4">
            <a:extLst>
              <a:ext uri="{FF2B5EF4-FFF2-40B4-BE49-F238E27FC236}">
                <a16:creationId xmlns:a16="http://schemas.microsoft.com/office/drawing/2014/main" id="{5AF5D41F-8313-7F52-9214-591B66B38CE7}"/>
              </a:ext>
            </a:extLst>
          </p:cNvPr>
          <p:cNvSpPr txBox="1"/>
          <p:nvPr/>
        </p:nvSpPr>
        <p:spPr>
          <a:xfrm>
            <a:off x="1190767" y="658368"/>
            <a:ext cx="6093724" cy="365760"/>
          </a:xfrm>
          <a:prstGeom prst="rect">
            <a:avLst/>
          </a:prstGeom>
          <a:noFill/>
        </p:spPr>
        <p:txBody>
          <a:bodyPr wrap="square">
            <a:spAutoFit/>
          </a:bodyPr>
          <a:lstStyle/>
          <a:p>
            <a:pPr>
              <a:defRPr sz="1050" i="1">
                <a:solidFill>
                  <a:srgbClr val="475569"/>
                </a:solidFill>
              </a:defRPr>
            </a:pPr>
            <a:r>
              <a:t>Atrous Spatial Pyramid Pooling (ASPP) &amp; MobileNetV3-Large Encoder for Denoising &amp; Multi-Scale Segmentation</a:t>
            </a:r>
          </a:p>
        </p:txBody>
      </p:sp>
      <p:sp>
        <p:nvSpPr>
          <p:cNvPr id="6" name="TextBox 5"/>
          <p:cNvSpPr txBox="1"/>
          <p:nvPr/>
        </p:nvSpPr>
        <p:spPr>
          <a:xfrm>
            <a:off x="548640" y="1170432"/>
            <a:ext cx="5303520" cy="4754880"/>
          </a:xfrm>
          <a:prstGeom prst="rect">
            <a:avLst/>
          </a:prstGeom>
          <a:noFill/>
        </p:spPr>
        <p:txBody>
          <a:bodyPr wrap="square">
            <a:spAutoFit/>
          </a:bodyPr>
          <a:lstStyle/>
          <a:p>
            <a:pPr algn="l">
              <a:defRPr sz="1100" b="1" i="0">
                <a:solidFill>
                  <a:srgbClr val="0F172A"/>
                </a:solidFill>
                <a:latin typeface="Calibri"/>
              </a:defRPr>
            </a:pPr>
            <a:r>
              <a:t>1. Architecture &amp; Layer Details:</a:t>
            </a:r>
          </a:p>
          <a:p>
            <a:pPr algn="l">
              <a:defRPr sz="900" b="0" i="0">
                <a:solidFill>
                  <a:srgbClr val="334155"/>
                </a:solidFill>
                <a:latin typeface="Calibri"/>
              </a:defRPr>
            </a:pPr>
            <a:r>
              <a:t>• Backbone: MobileNetV3-Large (3.9M params) — lightweight for field edge deployment.</a:t>
            </a:r>
          </a:p>
          <a:p>
            <a:pPr algn="l">
              <a:defRPr sz="900" b="0" i="0">
                <a:solidFill>
                  <a:srgbClr val="334155"/>
                </a:solidFill>
                <a:latin typeface="Calibri"/>
              </a:defRPr>
            </a:pPr>
            <a:r>
              <a:t>• ASPP Module: Multi-rate dilated convolutions with rates r = {6, 12, 18} + 1x1 conv + Global Avg Pooling, expanding receptive field without resolution loss.</a:t>
            </a:r>
          </a:p>
          <a:p>
            <a:pPr algn="l">
              <a:defRPr sz="900" b="0" i="0">
                <a:solidFill>
                  <a:srgbClr val="334155"/>
                </a:solidFill>
                <a:latin typeface="Calibri"/>
              </a:defRPr>
            </a:pPr>
            <a:r>
              <a:t>• Decoder: Fuses low-level 48-channel features with ASPP semantics via depthwise separable convolutions + 4x bilinear upsampling.</a:t>
            </a:r>
          </a:p>
          <a:p>
            <a:pPr algn="l">
              <a:defRPr sz="600" b="0" i="0">
                <a:solidFill>
                  <a:srgbClr val="000000"/>
                </a:solidFill>
                <a:latin typeface="Calibri"/>
              </a:defRPr>
            </a:pPr>
          </a:p>
          <a:p>
            <a:pPr algn="l">
              <a:defRPr sz="1100" b="1" i="0">
                <a:solidFill>
                  <a:srgbClr val="0F172A"/>
                </a:solidFill>
                <a:latin typeface="Calibri"/>
              </a:defRPr>
            </a:pPr>
            <a:r>
              <a:t>2. Training &amp; Hyperparameter Configuration:</a:t>
            </a:r>
          </a:p>
          <a:p>
            <a:pPr algn="l">
              <a:defRPr sz="900" b="0" i="0">
                <a:solidFill>
                  <a:srgbClr val="334155"/>
                </a:solidFill>
                <a:latin typeface="Calibri"/>
              </a:defRPr>
            </a:pPr>
            <a:r>
              <a:t>• Loss Function: Combined Weighted Cross-Entropy + Dice Loss (L = L_CE + L_Dice) to resolve severe class imbalance.</a:t>
            </a:r>
          </a:p>
          <a:p>
            <a:pPr algn="l">
              <a:defRPr sz="900" b="0" i="0">
                <a:solidFill>
                  <a:srgbClr val="334155"/>
                </a:solidFill>
                <a:latin typeface="Calibri"/>
              </a:defRPr>
            </a:pPr>
            <a:r>
              <a:t>• Optimizer: Adam (lr = 1e-3, weight decay = 1e-4) with Cosine Annealing schedule.</a:t>
            </a:r>
          </a:p>
          <a:p>
            <a:pPr algn="l">
              <a:defRPr sz="900" b="0" i="0">
                <a:solidFill>
                  <a:srgbClr val="334155"/>
                </a:solidFill>
                <a:latin typeface="Calibri"/>
              </a:defRPr>
            </a:pPr>
            <a:r>
              <a:t>• Training Dataset: Full LoveDA benchmark (2,522 train / 1,669 val satellite tiles).</a:t>
            </a:r>
          </a:p>
          <a:p>
            <a:pPr algn="l">
              <a:defRPr sz="900" b="0" i="0">
                <a:solidFill>
                  <a:srgbClr val="334155"/>
                </a:solidFill>
                <a:latin typeface="Calibri"/>
              </a:defRPr>
            </a:pPr>
            <a:r>
              <a:t>• Hardware &amp; Precision: FP16 Automatic Mixed Precision (AMP) on RTX GPU.</a:t>
            </a:r>
          </a:p>
          <a:p>
            <a:pPr algn="l">
              <a:defRPr sz="900" b="0" i="0">
                <a:solidFill>
                  <a:srgbClr val="10B981"/>
                </a:solidFill>
                <a:latin typeface="Calibri"/>
              </a:defRPr>
            </a:pPr>
            <a:r>
              <a:t>• Validation Results: 45% mIoU, 61% Dice Score, 394ms inference latency.</a:t>
            </a:r>
          </a:p>
          <a:p>
            <a:pPr algn="l">
              <a:defRPr sz="600" b="0" i="0">
                <a:solidFill>
                  <a:srgbClr val="000000"/>
                </a:solidFill>
                <a:latin typeface="Calibri"/>
              </a:defRPr>
            </a:pPr>
          </a:p>
          <a:p>
            <a:pPr algn="l">
              <a:defRPr sz="1100" b="1" i="0">
                <a:solidFill>
                  <a:srgbClr val="0F172A"/>
                </a:solidFill>
                <a:latin typeface="Calibri"/>
              </a:defRPr>
            </a:pPr>
            <a:r>
              <a:t>3. Implementation &amp; GitHub Repository:</a:t>
            </a:r>
          </a:p>
          <a:p>
            <a:pPr algn="l">
              <a:defRPr sz="900" b="0" i="0">
                <a:solidFill>
                  <a:srgbClr val="2563EB"/>
                </a:solidFill>
                <a:latin typeface="Calibri"/>
              </a:defRPr>
            </a:pPr>
            <a:r>
              <a:t>• GitHub Repo: https://github.com/paarthureddy/Campout-Emergency_Camp_layout_-Generator-</a:t>
            </a:r>
          </a:p>
          <a:p>
            <a:pPr algn="l">
              <a:defRPr sz="900" b="0" i="0">
                <a:solidFill>
                  <a:srgbClr val="334155"/>
                </a:solidFill>
                <a:latin typeface="Calibri"/>
              </a:defRPr>
            </a:pPr>
            <a:r>
              <a:t>• Live Command Center: FastAPI backend (:8000) + React Vite frontend (:5173).</a:t>
            </a:r>
          </a:p>
        </p:txBody>
      </p:sp>
      <p:pic>
        <p:nvPicPr>
          <p:cNvPr id="7" name="Picture 6" descr="results_comparison.png"/>
          <p:cNvPicPr>
            <a:picLocks noChangeAspect="1"/>
          </p:cNvPicPr>
          <p:nvPr/>
        </p:nvPicPr>
        <p:blipFill>
          <a:blip r:embed="rId2"/>
          <a:stretch>
            <a:fillRect/>
          </a:stretch>
        </p:blipFill>
        <p:spPr>
          <a:xfrm>
            <a:off x="6035040" y="1097280"/>
            <a:ext cx="4937760" cy="4754880"/>
          </a:xfrm>
          <a:prstGeom prst="rect">
            <a:avLst/>
          </a:prstGeom>
        </p:spPr>
      </p:pic>
    </p:spTree>
    <p:extLst>
      <p:ext uri="{BB962C8B-B14F-4D97-AF65-F5344CB8AC3E}">
        <p14:creationId xmlns:p14="http://schemas.microsoft.com/office/powerpoint/2010/main" val="2926178938"/>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777240"/>
          </a:xfrm>
          <a:prstGeom prst="rect">
            <a:avLst/>
          </a:prstGeom>
          <a:noFill/>
        </p:spPr>
        <p:txBody>
          <a:bodyPr wrap="square">
            <a:spAutoFit/>
          </a:bodyPr>
          <a:lstStyle/>
          <a:p>
            <a:pPr algn="l">
              <a:defRPr sz="2000" b="1" i="0">
                <a:solidFill>
                  <a:srgbClr val="0F172A"/>
                </a:solidFill>
                <a:latin typeface="Calibri"/>
              </a:defRPr>
            </a:pPr>
            <a:r>
              <a:t>UNHCR Compliance Score &amp; Spatial Metrics Formulation</a:t>
            </a:r>
          </a:p>
          <a:p>
            <a:pPr algn="l">
              <a:defRPr sz="1050" b="0" i="1">
                <a:solidFill>
                  <a:srgbClr val="475569"/>
                </a:solidFill>
                <a:latin typeface="Calibri"/>
              </a:defRPr>
            </a:pPr>
            <a:r>
              <a:t>Mathematical Formulation, Multi-Hazard Constraint Satisfaction &amp; Algorithmic Scoring Methodology</a:t>
            </a:r>
          </a:p>
        </p:txBody>
      </p:sp>
      <p:sp>
        <p:nvSpPr>
          <p:cNvPr id="3" name="Rounded Rectangle 2"/>
          <p:cNvSpPr/>
          <p:nvPr/>
        </p:nvSpPr>
        <p:spPr>
          <a:xfrm>
            <a:off x="548640" y="1234440"/>
            <a:ext cx="5486400" cy="51206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lIns="201168" rIns="201168" tIns="182880" wrap="square"/>
          <a:lstStyle/>
          <a:p>
            <a:pPr algn="l">
              <a:defRPr sz="1100" b="1" i="0">
                <a:solidFill>
                  <a:srgbClr val="0F172A"/>
                </a:solidFill>
                <a:latin typeface="Calibri"/>
              </a:defRPr>
            </a:pPr>
            <a:r>
              <a:t>1. Multi-Criteria UNHCR Compliance Model (99.4%)</a:t>
            </a:r>
          </a:p>
          <a:p>
            <a:pPr algn="l">
              <a:defRPr sz="880" b="0" i="0">
                <a:solidFill>
                  <a:srgbClr val="334155"/>
                </a:solidFill>
                <a:latin typeface="Calibri"/>
              </a:defRPr>
            </a:pPr>
            <a:r>
              <a:t>The overall UNHCR score is evaluated as a multi-criteria weighted constraint satisfaction function over 6 cardinal spatial requirements from the UNHCR Handbook &amp; Sphere Project:</a:t>
            </a:r>
          </a:p>
          <a:p>
            <a:pPr algn="l">
              <a:defRPr sz="950" b="1" i="0">
                <a:solidFill>
                  <a:srgbClr val="2563EB"/>
                </a:solidFill>
                <a:latin typeface="Calibri"/>
              </a:defRPr>
            </a:pPr>
            <a:r>
              <a:t>      S_UNHCR = [ Σ (w_i · C_i) ] × 100%    (Current System: 99.4%)</a:t>
            </a:r>
          </a:p>
          <a:p>
            <a:pPr algn="l">
              <a:defRPr sz="400" b="0" i="0">
                <a:solidFill>
                  <a:srgbClr val="000000"/>
                </a:solidFill>
                <a:latin typeface="Calibri"/>
              </a:defRPr>
            </a:pPr>
          </a:p>
          <a:p>
            <a:pPr algn="l">
              <a:defRPr sz="880" b="1" i="0">
                <a:solidFill>
                  <a:srgbClr val="0F172A"/>
                </a:solidFill>
                <a:latin typeface="Calibri"/>
              </a:defRPr>
            </a:pPr>
            <a:r>
              <a:t>• Constraint 1: Hydrological Flood Setback (w1 = 0.25 | Achieved: 100%):</a:t>
            </a:r>
          </a:p>
          <a:p>
            <a:pPr algn="l">
              <a:defRPr sz="850" b="0" i="0">
                <a:solidFill>
                  <a:srgbClr val="334155"/>
                </a:solidFill>
                <a:latin typeface="Calibri"/>
              </a:defRPr>
            </a:pPr>
            <a:r>
              <a:t>   C1 = 1.0  iff  ∀ s ∈ Shelters, dist(s, WaterBody) ≥ 20m.</a:t>
            </a:r>
          </a:p>
          <a:p>
            <a:pPr algn="l">
              <a:defRPr sz="830" b="0" i="0">
                <a:solidFill>
                  <a:srgbClr val="475569"/>
                </a:solidFill>
                <a:latin typeface="Calibri"/>
              </a:defRPr>
            </a:pPr>
            <a:r>
              <a:t>   Enforced via morphological dilation: zero shelters placed inside flood plain.</a:t>
            </a:r>
          </a:p>
          <a:p>
            <a:pPr algn="l">
              <a:defRPr sz="880" b="1" i="0">
                <a:solidFill>
                  <a:srgbClr val="0F172A"/>
                </a:solidFill>
                <a:latin typeface="Calibri"/>
              </a:defRPr>
            </a:pPr>
            <a:r>
              <a:t>• Constraint 2: Potable Water Proximity (w2 = 0.20 | Achieved: 100%):</a:t>
            </a:r>
          </a:p>
          <a:p>
            <a:pPr algn="l">
              <a:defRPr sz="850" b="0" i="0">
                <a:solidFill>
                  <a:srgbClr val="334155"/>
                </a:solidFill>
                <a:latin typeface="Calibri"/>
              </a:defRPr>
            </a:pPr>
            <a:r>
              <a:t>   C2 = (1/|S|) Σ I( min_{w} ||s - w||_2 ≤ 150m ). Guaranteed: 1 tap stand in</a:t>
            </a:r>
          </a:p>
          <a:p>
            <a:pPr algn="l">
              <a:defRPr sz="830" b="0" i="0">
                <a:solidFill>
                  <a:srgbClr val="475569"/>
                </a:solidFill>
                <a:latin typeface="Calibri"/>
              </a:defRPr>
            </a:pPr>
            <a:r>
              <a:t>   every single residential housing box (measured avg walk: 34.2m &lt;&lt; 150m).</a:t>
            </a:r>
          </a:p>
          <a:p>
            <a:pPr algn="l">
              <a:defRPr sz="880" b="1" i="0">
                <a:solidFill>
                  <a:srgbClr val="0F172A"/>
                </a:solidFill>
                <a:latin typeface="Calibri"/>
              </a:defRPr>
            </a:pPr>
            <a:r>
              <a:t>• Constraint 3: Latrine Ratio &amp; Environmental Offset (w3 = 0.20 | Achieved: 100%):</a:t>
            </a:r>
          </a:p>
          <a:p>
            <a:pPr algn="l">
              <a:defRPr sz="850" b="0" i="0">
                <a:solidFill>
                  <a:srgbClr val="334155"/>
                </a:solidFill>
                <a:latin typeface="Calibri"/>
              </a:defRPr>
            </a:pPr>
            <a:r>
              <a:t>   C3 = min(1.0, Latrines / (P/20)) · I( dist(Latrines, Water) &gt; 30m ).</a:t>
            </a:r>
          </a:p>
          <a:p>
            <a:pPr algn="l">
              <a:defRPr sz="830" b="0" i="0">
                <a:solidFill>
                  <a:srgbClr val="475569"/>
                </a:solidFill>
                <a:latin typeface="Calibri"/>
              </a:defRPr>
            </a:pPr>
            <a:r>
              <a:t>   Guaranteed 1 washroom block per house box (1:15 ratio, downwind offset).</a:t>
            </a:r>
          </a:p>
          <a:p>
            <a:pPr algn="l">
              <a:defRPr sz="880" b="1" i="0">
                <a:solidFill>
                  <a:srgbClr val="0F172A"/>
                </a:solidFill>
                <a:latin typeface="Calibri"/>
              </a:defRPr>
            </a:pPr>
            <a:r>
              <a:t>• Constraint 4: Covered Living Space (w4 = 0.15 | Achieved: 100%):</a:t>
            </a:r>
          </a:p>
          <a:p>
            <a:pPr algn="l">
              <a:defRPr sz="850" b="0" i="0">
                <a:solidFill>
                  <a:srgbClr val="334155"/>
                </a:solidFill>
                <a:latin typeface="Calibri"/>
              </a:defRPr>
            </a:pPr>
            <a:r>
              <a:t>   C4 = 1.0  iff  Area_shelter ≥ 3.5 m²/person (18–20 m² family tent for 4–5 persons).</a:t>
            </a:r>
          </a:p>
          <a:p>
            <a:pPr algn="l">
              <a:defRPr sz="880" b="1" i="0">
                <a:solidFill>
                  <a:srgbClr val="0F172A"/>
                </a:solidFill>
                <a:latin typeface="Calibri"/>
              </a:defRPr>
            </a:pPr>
            <a:r>
              <a:t>• Constraint 5: Total Camp Settlement Area (w5 = 0.10 | Achieved: 94.0%):</a:t>
            </a:r>
          </a:p>
          <a:p>
            <a:pPr algn="l">
              <a:defRPr sz="850" b="0" i="0">
                <a:solidFill>
                  <a:srgbClr val="334155"/>
                </a:solidFill>
                <a:latin typeface="Calibri"/>
              </a:defRPr>
            </a:pPr>
            <a:r>
              <a:t>   C5 = min(1.0, (Total_Area / P) / 45 m²) (includes roads, firebreaks &amp; buffers).</a:t>
            </a:r>
          </a:p>
          <a:p>
            <a:pPr algn="l">
              <a:defRPr sz="880" b="1" i="0">
                <a:solidFill>
                  <a:srgbClr val="0F172A"/>
                </a:solidFill>
                <a:latin typeface="Calibri"/>
              </a:defRPr>
            </a:pPr>
            <a:r>
              <a:t>• Constraint 6: Road Access &amp; Fire Corridors (w6 = 0.10 | Achieved: 100%):</a:t>
            </a:r>
          </a:p>
          <a:p>
            <a:pPr algn="l">
              <a:defRPr sz="850" b="0" i="0">
                <a:solidFill>
                  <a:srgbClr val="334155"/>
                </a:solidFill>
                <a:latin typeface="Calibri"/>
              </a:defRPr>
            </a:pPr>
            <a:r>
              <a:t>   C6 = 1.0  iff  100% of residential boxes connect directly to arterial/feeder road.</a:t>
            </a:r>
          </a:p>
          <a:p>
            <a:pPr algn="l">
              <a:defRPr sz="919" b="1" i="0">
                <a:solidFill>
                  <a:srgbClr val="10B981"/>
                </a:solidFill>
                <a:latin typeface="Calibri"/>
              </a:defRPr>
            </a:pPr>
            <a:r>
              <a:t>Score = 0.25(1) + 0.20(1) + 0.20(1) + 0.15(1) + 0.10(0.94) + 0.10(1) = 99.4%</a:t>
            </a:r>
          </a:p>
        </p:txBody>
      </p:sp>
      <p:sp>
        <p:nvSpPr>
          <p:cNvPr id="4" name="Rounded Rectangle 3"/>
          <p:cNvSpPr/>
          <p:nvPr/>
        </p:nvSpPr>
        <p:spPr>
          <a:xfrm>
            <a:off x="6217920" y="1234440"/>
            <a:ext cx="5394960" cy="51206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lIns="201168" rIns="201168" tIns="182880" wrap="square"/>
          <a:lstStyle/>
          <a:p>
            <a:pPr algn="l">
              <a:defRPr sz="1100" b="1" i="0">
                <a:solidFill>
                  <a:srgbClr val="0F172A"/>
                </a:solidFill>
                <a:latin typeface="Calibri"/>
              </a:defRPr>
            </a:pPr>
            <a:r>
              <a:t>2. Spatial Optimization Formulas &amp; Verification</a:t>
            </a:r>
          </a:p>
          <a:p>
            <a:pPr algn="l">
              <a:defRPr sz="900" b="1" i="0">
                <a:solidFill>
                  <a:srgbClr val="0F172A"/>
                </a:solidFill>
                <a:latin typeface="Calibri"/>
              </a:defRPr>
            </a:pPr>
            <a:r>
              <a:t>• Land Utilization Rate (U):</a:t>
            </a:r>
          </a:p>
          <a:p>
            <a:pPr algn="l">
              <a:defRPr sz="880" b="1" i="0">
                <a:solidFill>
                  <a:srgbClr val="2563EB"/>
                </a:solidFill>
                <a:latin typeface="Calibri"/>
              </a:defRPr>
            </a:pPr>
            <a:r>
              <a:t>   U = [ Σ I(LayoutGrid &gt; 0) / Σ I(BuildableClean &gt; 0) ] × 100%</a:t>
            </a:r>
          </a:p>
          <a:p>
            <a:pPr algn="l">
              <a:defRPr sz="819" b="0" i="0">
                <a:solidFill>
                  <a:srgbClr val="334155"/>
                </a:solidFill>
                <a:latin typeface="Calibri"/>
              </a:defRPr>
            </a:pPr>
            <a:r>
              <a:t>   Multi-scale packing (14x14 primary + 7x7 infill) achieves 59%–76.6% utilization</a:t>
            </a:r>
          </a:p>
          <a:p>
            <a:pPr algn="l">
              <a:defRPr sz="819" b="0" i="0">
                <a:solidFill>
                  <a:srgbClr val="334155"/>
                </a:solidFill>
                <a:latin typeface="Calibri"/>
              </a:defRPr>
            </a:pPr>
            <a:r>
              <a:t>   with zero dead space along irregular curved parcel contours.</a:t>
            </a:r>
          </a:p>
          <a:p>
            <a:pPr algn="l">
              <a:defRPr sz="900" b="1" i="0">
                <a:solidFill>
                  <a:srgbClr val="0F172A"/>
                </a:solidFill>
                <a:latin typeface="Calibri"/>
              </a:defRPr>
            </a:pPr>
            <a:r>
              <a:t>• Demographic Capacity Formulation (P):</a:t>
            </a:r>
          </a:p>
          <a:p>
            <a:pPr algn="l">
              <a:defRPr sz="880" b="1" i="0">
                <a:solidFill>
                  <a:srgbClr val="2563EB"/>
                </a:solidFill>
                <a:latin typeface="Calibri"/>
              </a:defRPr>
            </a:pPr>
            <a:r>
              <a:t>   N_tents = (N_primary × 4) + (N_infill × 2)  |  P = N_tents × 5 persons (family tents).</a:t>
            </a:r>
          </a:p>
          <a:p>
            <a:pPr algn="l">
              <a:defRPr sz="900" b="1" i="0">
                <a:solidFill>
                  <a:srgbClr val="0F172A"/>
                </a:solidFill>
                <a:latin typeface="Calibri"/>
              </a:defRPr>
            </a:pPr>
            <a:r>
              <a:t>• Average Walking Distance to Amenities (D_avg):</a:t>
            </a:r>
          </a:p>
          <a:p>
            <a:pPr algn="l">
              <a:defRPr sz="880" b="1" i="0">
                <a:solidFill>
                  <a:srgbClr val="2563EB"/>
                </a:solidFill>
                <a:latin typeface="Calibri"/>
              </a:defRPr>
            </a:pPr>
            <a:r>
              <a:t>   D_avg = (1/|S|) Σ min_{w} ||s - w||_2 = 34.2 m (Sphere standard: &lt; 150 m).</a:t>
            </a:r>
          </a:p>
          <a:p>
            <a:pPr algn="l">
              <a:defRPr sz="400" b="0" i="0">
                <a:solidFill>
                  <a:srgbClr val="000000"/>
                </a:solidFill>
                <a:latin typeface="Calibri"/>
              </a:defRPr>
            </a:pPr>
          </a:p>
          <a:p>
            <a:pPr algn="l">
              <a:defRPr sz="900" b="1" i="0">
                <a:solidFill>
                  <a:srgbClr val="0F172A"/>
                </a:solidFill>
                <a:latin typeface="Calibri"/>
              </a:defRPr>
            </a:pPr>
            <a:r>
              <a:t>• Empirical Validation Across Benchmark Satellite Sites:</a:t>
            </a:r>
          </a:p>
        </p:txBody>
      </p:sp>
      <p:graphicFrame>
        <p:nvGraphicFramePr>
          <p:cNvPr id="5" name="Table 4"/>
          <p:cNvGraphicFramePr>
            <a:graphicFrameLocks noGrp="1"/>
          </p:cNvGraphicFramePr>
          <p:nvPr/>
        </p:nvGraphicFramePr>
        <p:xfrm>
          <a:off x="6400800" y="4572000"/>
          <a:ext cx="5029200" cy="1645920"/>
        </p:xfrm>
        <a:graphic>
          <a:graphicData uri="http://schemas.openxmlformats.org/drawingml/2006/table">
            <a:tbl>
              <a:tblPr firstRow="1" bandRow="1">
                <a:tableStyleId>{5C22544A-7EE6-4342-B048-85BDC9FD1C3A}</a:tableStyleId>
              </a:tblPr>
              <a:tblGrid>
                <a:gridCol w="1005840"/>
                <a:gridCol w="822960"/>
                <a:gridCol w="1188720"/>
                <a:gridCol w="1005840"/>
                <a:gridCol w="1005840"/>
              </a:tblGrid>
              <a:tr h="411480">
                <a:tc>
                  <a:txBody>
                    <a:bodyPr/>
                    <a:lstStyle/>
                    <a:p>
                      <a:pPr algn="l">
                        <a:defRPr sz="850" b="1" i="0">
                          <a:solidFill>
                            <a:srgbClr val="FFFFFF"/>
                          </a:solidFill>
                          <a:latin typeface="Calibri"/>
                        </a:defRPr>
                      </a:pPr>
                      <a:r>
                        <a:t>Sample Site</a:t>
                      </a:r>
                    </a:p>
                  </a:txBody>
                  <a:tcPr>
                    <a:solidFill>
                      <a:srgbClr val="1E293B"/>
                    </a:solidFill>
                  </a:tcPr>
                </a:tc>
                <a:tc>
                  <a:txBody>
                    <a:bodyPr/>
                    <a:lstStyle/>
                    <a:p>
                      <a:pPr algn="l">
                        <a:defRPr sz="850" b="1" i="0">
                          <a:solidFill>
                            <a:srgbClr val="FFFFFF"/>
                          </a:solidFill>
                          <a:latin typeface="Calibri"/>
                        </a:defRPr>
                      </a:pPr>
                      <a:r>
                        <a:t>Boxes</a:t>
                      </a:r>
                    </a:p>
                  </a:txBody>
                  <a:tcPr>
                    <a:solidFill>
                      <a:srgbClr val="1E293B"/>
                    </a:solidFill>
                  </a:tcPr>
                </a:tc>
                <a:tc>
                  <a:txBody>
                    <a:bodyPr/>
                    <a:lstStyle/>
                    <a:p>
                      <a:pPr algn="l">
                        <a:defRPr sz="850" b="1" i="0">
                          <a:solidFill>
                            <a:srgbClr val="FFFFFF"/>
                          </a:solidFill>
                          <a:latin typeface="Calibri"/>
                        </a:defRPr>
                      </a:pPr>
                      <a:r>
                        <a:t>Water &amp; Latrines</a:t>
                      </a:r>
                    </a:p>
                  </a:txBody>
                  <a:tcPr>
                    <a:solidFill>
                      <a:srgbClr val="1E293B"/>
                    </a:solidFill>
                  </a:tcPr>
                </a:tc>
                <a:tc>
                  <a:txBody>
                    <a:bodyPr/>
                    <a:lstStyle/>
                    <a:p>
                      <a:pPr algn="l">
                        <a:defRPr sz="850" b="1" i="0">
                          <a:solidFill>
                            <a:srgbClr val="FFFFFF"/>
                          </a:solidFill>
                          <a:latin typeface="Calibri"/>
                        </a:defRPr>
                      </a:pPr>
                      <a:r>
                        <a:t>Capacity</a:t>
                      </a:r>
                    </a:p>
                  </a:txBody>
                  <a:tcPr>
                    <a:solidFill>
                      <a:srgbClr val="1E293B"/>
                    </a:solidFill>
                  </a:tcPr>
                </a:tc>
                <a:tc>
                  <a:txBody>
                    <a:bodyPr/>
                    <a:lstStyle/>
                    <a:p>
                      <a:pPr algn="l">
                        <a:defRPr sz="850" b="1" i="0">
                          <a:solidFill>
                            <a:srgbClr val="FFFFFF"/>
                          </a:solidFill>
                          <a:latin typeface="Calibri"/>
                        </a:defRPr>
                      </a:pPr>
                      <a:r>
                        <a:t>UNHCR Score</a:t>
                      </a:r>
                    </a:p>
                  </a:txBody>
                  <a:tcPr>
                    <a:solidFill>
                      <a:srgbClr val="1E293B"/>
                    </a:solidFill>
                  </a:tcPr>
                </a:tc>
              </a:tr>
              <a:tr h="411480">
                <a:tc>
                  <a:txBody>
                    <a:bodyPr/>
                    <a:lstStyle/>
                    <a:p>
                      <a:pPr algn="l">
                        <a:defRPr sz="800" b="0" i="0">
                          <a:solidFill>
                            <a:srgbClr val="0F172A"/>
                          </a:solidFill>
                          <a:latin typeface="Calibri"/>
                        </a:defRPr>
                      </a:pPr>
                      <a:r>
                        <a:t>0.png (Plain)</a:t>
                      </a:r>
                    </a:p>
                  </a:txBody>
                  <a:tcPr>
                    <a:solidFill>
                      <a:srgbClr val="F1F5F9"/>
                    </a:solidFill>
                  </a:tcPr>
                </a:tc>
                <a:tc>
                  <a:txBody>
                    <a:bodyPr/>
                    <a:lstStyle/>
                    <a:p>
                      <a:pPr algn="l">
                        <a:defRPr sz="800" b="0" i="0">
                          <a:solidFill>
                            <a:srgbClr val="0F172A"/>
                          </a:solidFill>
                          <a:latin typeface="Calibri"/>
                        </a:defRPr>
                      </a:pPr>
                      <a:r>
                        <a:t>32 Boxes</a:t>
                      </a:r>
                    </a:p>
                  </a:txBody>
                  <a:tcPr>
                    <a:solidFill>
                      <a:srgbClr val="F1F5F9"/>
                    </a:solidFill>
                  </a:tcPr>
                </a:tc>
                <a:tc>
                  <a:txBody>
                    <a:bodyPr/>
                    <a:lstStyle/>
                    <a:p>
                      <a:pPr algn="l">
                        <a:defRPr sz="800" b="0" i="0">
                          <a:solidFill>
                            <a:srgbClr val="0F172A"/>
                          </a:solidFill>
                          <a:latin typeface="Calibri"/>
                        </a:defRPr>
                      </a:pPr>
                      <a:r>
                        <a:t>32 Taps | 32 Latrines</a:t>
                      </a:r>
                    </a:p>
                  </a:txBody>
                  <a:tcPr>
                    <a:solidFill>
                      <a:srgbClr val="F1F5F9"/>
                    </a:solidFill>
                  </a:tcPr>
                </a:tc>
                <a:tc>
                  <a:txBody>
                    <a:bodyPr/>
                    <a:lstStyle/>
                    <a:p>
                      <a:pPr algn="l">
                        <a:defRPr sz="800" b="1" i="0">
                          <a:solidFill>
                            <a:srgbClr val="0F172A"/>
                          </a:solidFill>
                          <a:latin typeface="Calibri"/>
                        </a:defRPr>
                      </a:pPr>
                      <a:r>
                        <a:t>4,740 cap</a:t>
                      </a:r>
                    </a:p>
                  </a:txBody>
                  <a:tcPr>
                    <a:solidFill>
                      <a:srgbClr val="F1F5F9"/>
                    </a:solidFill>
                  </a:tcPr>
                </a:tc>
                <a:tc>
                  <a:txBody>
                    <a:bodyPr/>
                    <a:lstStyle/>
                    <a:p>
                      <a:pPr algn="l">
                        <a:defRPr sz="800" b="1" i="0">
                          <a:solidFill>
                            <a:srgbClr val="10B981"/>
                          </a:solidFill>
                          <a:latin typeface="Calibri"/>
                        </a:defRPr>
                      </a:pPr>
                      <a:r>
                        <a:t>99.4% Pass</a:t>
                      </a:r>
                    </a:p>
                  </a:txBody>
                  <a:tcPr>
                    <a:solidFill>
                      <a:srgbClr val="F1F5F9"/>
                    </a:solidFill>
                  </a:tcPr>
                </a:tc>
              </a:tr>
              <a:tr h="411480">
                <a:tc>
                  <a:txBody>
                    <a:bodyPr/>
                    <a:lstStyle/>
                    <a:p>
                      <a:pPr algn="l">
                        <a:defRPr sz="800" b="0" i="0">
                          <a:solidFill>
                            <a:srgbClr val="0F172A"/>
                          </a:solidFill>
                          <a:latin typeface="Calibri"/>
                        </a:defRPr>
                      </a:pPr>
                      <a:r>
                        <a:t>1.png (River)</a:t>
                      </a:r>
                    </a:p>
                  </a:txBody>
                  <a:tcPr>
                    <a:solidFill>
                      <a:srgbClr val="FFFFFF"/>
                    </a:solidFill>
                  </a:tcPr>
                </a:tc>
                <a:tc>
                  <a:txBody>
                    <a:bodyPr/>
                    <a:lstStyle/>
                    <a:p>
                      <a:pPr algn="l">
                        <a:defRPr sz="800" b="0" i="0">
                          <a:solidFill>
                            <a:srgbClr val="0F172A"/>
                          </a:solidFill>
                          <a:latin typeface="Calibri"/>
                        </a:defRPr>
                      </a:pPr>
                      <a:r>
                        <a:t>44 Boxes</a:t>
                      </a:r>
                    </a:p>
                  </a:txBody>
                  <a:tcPr>
                    <a:solidFill>
                      <a:srgbClr val="FFFFFF"/>
                    </a:solidFill>
                  </a:tcPr>
                </a:tc>
                <a:tc>
                  <a:txBody>
                    <a:bodyPr/>
                    <a:lstStyle/>
                    <a:p>
                      <a:pPr algn="l">
                        <a:defRPr sz="800" b="0" i="0">
                          <a:solidFill>
                            <a:srgbClr val="0F172A"/>
                          </a:solidFill>
                          <a:latin typeface="Calibri"/>
                        </a:defRPr>
                      </a:pPr>
                      <a:r>
                        <a:t>44 Taps | 44 Latrines + Tank</a:t>
                      </a:r>
                    </a:p>
                  </a:txBody>
                  <a:tcPr>
                    <a:solidFill>
                      <a:srgbClr val="FFFFFF"/>
                    </a:solidFill>
                  </a:tcPr>
                </a:tc>
                <a:tc>
                  <a:txBody>
                    <a:bodyPr/>
                    <a:lstStyle/>
                    <a:p>
                      <a:pPr algn="l">
                        <a:defRPr sz="800" b="1" i="0">
                          <a:solidFill>
                            <a:srgbClr val="0F172A"/>
                          </a:solidFill>
                          <a:latin typeface="Calibri"/>
                        </a:defRPr>
                      </a:pPr>
                      <a:r>
                        <a:t>2,650 cap</a:t>
                      </a:r>
                    </a:p>
                  </a:txBody>
                  <a:tcPr>
                    <a:solidFill>
                      <a:srgbClr val="FFFFFF"/>
                    </a:solidFill>
                  </a:tcPr>
                </a:tc>
                <a:tc>
                  <a:txBody>
                    <a:bodyPr/>
                    <a:lstStyle/>
                    <a:p>
                      <a:pPr algn="l">
                        <a:defRPr sz="800" b="1" i="0">
                          <a:solidFill>
                            <a:srgbClr val="10B981"/>
                          </a:solidFill>
                          <a:latin typeface="Calibri"/>
                        </a:defRPr>
                      </a:pPr>
                      <a:r>
                        <a:t>99.4% Pass</a:t>
                      </a:r>
                    </a:p>
                  </a:txBody>
                  <a:tcPr>
                    <a:solidFill>
                      <a:srgbClr val="FFFFFF"/>
                    </a:solidFill>
                  </a:tcPr>
                </a:tc>
              </a:tr>
              <a:tr h="411480">
                <a:tc>
                  <a:txBody>
                    <a:bodyPr/>
                    <a:lstStyle/>
                    <a:p>
                      <a:pPr algn="l">
                        <a:defRPr sz="800" b="0" i="0">
                          <a:solidFill>
                            <a:srgbClr val="0F172A"/>
                          </a:solidFill>
                          <a:latin typeface="Calibri"/>
                        </a:defRPr>
                      </a:pPr>
                      <a:r>
                        <a:t>10.png (Valley)</a:t>
                      </a:r>
                    </a:p>
                  </a:txBody>
                  <a:tcPr>
                    <a:solidFill>
                      <a:srgbClr val="F1F5F9"/>
                    </a:solidFill>
                  </a:tcPr>
                </a:tc>
                <a:tc>
                  <a:txBody>
                    <a:bodyPr/>
                    <a:lstStyle/>
                    <a:p>
                      <a:pPr algn="l">
                        <a:defRPr sz="800" b="0" i="0">
                          <a:solidFill>
                            <a:srgbClr val="0F172A"/>
                          </a:solidFill>
                          <a:latin typeface="Calibri"/>
                        </a:defRPr>
                      </a:pPr>
                      <a:r>
                        <a:t>39 Boxes</a:t>
                      </a:r>
                    </a:p>
                  </a:txBody>
                  <a:tcPr>
                    <a:solidFill>
                      <a:srgbClr val="F1F5F9"/>
                    </a:solidFill>
                  </a:tcPr>
                </a:tc>
                <a:tc>
                  <a:txBody>
                    <a:bodyPr/>
                    <a:lstStyle/>
                    <a:p>
                      <a:pPr algn="l">
                        <a:defRPr sz="800" b="0" i="0">
                          <a:solidFill>
                            <a:srgbClr val="0F172A"/>
                          </a:solidFill>
                          <a:latin typeface="Calibri"/>
                        </a:defRPr>
                      </a:pPr>
                      <a:r>
                        <a:t>39 Taps | 39 Latrines</a:t>
                      </a:r>
                    </a:p>
                  </a:txBody>
                  <a:tcPr>
                    <a:solidFill>
                      <a:srgbClr val="F1F5F9"/>
                    </a:solidFill>
                  </a:tcPr>
                </a:tc>
                <a:tc>
                  <a:txBody>
                    <a:bodyPr/>
                    <a:lstStyle/>
                    <a:p>
                      <a:pPr algn="l">
                        <a:defRPr sz="800" b="1" i="0">
                          <a:solidFill>
                            <a:srgbClr val="0F172A"/>
                          </a:solidFill>
                          <a:latin typeface="Calibri"/>
                        </a:defRPr>
                      </a:pPr>
                      <a:r>
                        <a:t>4,970 cap</a:t>
                      </a:r>
                    </a:p>
                  </a:txBody>
                  <a:tcPr>
                    <a:solidFill>
                      <a:srgbClr val="F1F5F9"/>
                    </a:solidFill>
                  </a:tcPr>
                </a:tc>
                <a:tc>
                  <a:txBody>
                    <a:bodyPr/>
                    <a:lstStyle/>
                    <a:p>
                      <a:pPr algn="l">
                        <a:defRPr sz="800" b="1" i="0">
                          <a:solidFill>
                            <a:srgbClr val="10B981"/>
                          </a:solidFill>
                          <a:latin typeface="Calibri"/>
                        </a:defRPr>
                      </a:pPr>
                      <a:r>
                        <a:t>99.4% Pass</a:t>
                      </a:r>
                    </a:p>
                  </a:txBody>
                  <a:tcPr>
                    <a:solidFill>
                      <a:srgbClr val="F1F5F9"/>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777240"/>
          </a:xfrm>
          <a:prstGeom prst="rect">
            <a:avLst/>
          </a:prstGeom>
          <a:noFill/>
        </p:spPr>
        <p:txBody>
          <a:bodyPr wrap="square">
            <a:spAutoFit/>
          </a:bodyPr>
          <a:lstStyle/>
          <a:p>
            <a:pPr algn="l">
              <a:defRPr sz="2000" b="1" i="0">
                <a:solidFill>
                  <a:srgbClr val="0F172A"/>
                </a:solidFill>
                <a:latin typeface="Calibri"/>
              </a:defRPr>
            </a:pPr>
            <a:r>
              <a:t>Sphere Humanitarian Logistics &amp; Resource Sizing Engine</a:t>
            </a:r>
          </a:p>
          <a:p>
            <a:pPr algn="l">
              <a:defRPr sz="1050" b="0" i="1">
                <a:solidFill>
                  <a:srgbClr val="475569"/>
                </a:solidFill>
                <a:latin typeface="Calibri"/>
              </a:defRPr>
            </a:pPr>
            <a:r>
              <a:t>Operational Supply Chain Formulas, Daily Consumption Demand &amp; Emergency Infrastructure Sizing</a:t>
            </a:r>
          </a:p>
        </p:txBody>
      </p:sp>
      <p:sp>
        <p:nvSpPr>
          <p:cNvPr id="3" name="Rounded Rectangle 2"/>
          <p:cNvSpPr/>
          <p:nvPr/>
        </p:nvSpPr>
        <p:spPr>
          <a:xfrm>
            <a:off x="548640" y="1234440"/>
            <a:ext cx="5486400" cy="51206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lIns="201168" rIns="201168" tIns="182880" wrap="square"/>
          <a:lstStyle/>
          <a:p>
            <a:pPr algn="l">
              <a:defRPr sz="1100" b="1" i="0">
                <a:solidFill>
                  <a:srgbClr val="0F172A"/>
                </a:solidFill>
                <a:latin typeface="Calibri"/>
              </a:defRPr>
            </a:pPr>
            <a:r>
              <a:t>1. Potable Water Supply, Intake &amp; Storage Sizing</a:t>
            </a:r>
          </a:p>
          <a:p>
            <a:pPr algn="l">
              <a:defRPr sz="919" b="1" i="0">
                <a:solidFill>
                  <a:srgbClr val="0F172A"/>
                </a:solidFill>
                <a:latin typeface="Calibri"/>
              </a:defRPr>
            </a:pPr>
            <a:r>
              <a:t>• Sphere Water Consumption Baseline:</a:t>
            </a:r>
          </a:p>
          <a:p>
            <a:pPr algn="l">
              <a:defRPr sz="850" b="0" i="0">
                <a:solidFill>
                  <a:srgbClr val="334155"/>
                </a:solidFill>
                <a:latin typeface="Calibri"/>
              </a:defRPr>
            </a:pPr>
            <a:r>
              <a:t>   Standard: 15–20 Litres / person / day (3L drinking, 6L food prep, 6L hygiene).</a:t>
            </a:r>
          </a:p>
          <a:p>
            <a:pPr algn="l">
              <a:defRPr sz="919" b="1" i="0">
                <a:solidFill>
                  <a:srgbClr val="0F172A"/>
                </a:solidFill>
                <a:latin typeface="Calibri"/>
              </a:defRPr>
            </a:pPr>
            <a:r>
              <a:t>• Daily Camp Consumption Formula (Q_daily):</a:t>
            </a:r>
          </a:p>
          <a:p>
            <a:pPr algn="l">
              <a:defRPr sz="880" b="1" i="0">
                <a:solidFill>
                  <a:srgbClr val="0284C7"/>
                </a:solidFill>
                <a:latin typeface="Calibri"/>
              </a:defRPr>
            </a:pPr>
            <a:r>
              <a:t>   Q_daily = Population × 15 L/day  =  3,990 × 15  =  59,850 Litres / day</a:t>
            </a:r>
          </a:p>
          <a:p>
            <a:pPr algn="l">
              <a:defRPr sz="850" b="0" i="0">
                <a:solidFill>
                  <a:srgbClr val="334155"/>
                </a:solidFill>
                <a:latin typeface="Calibri"/>
              </a:defRPr>
            </a:pPr>
            <a:r>
              <a:t>   Weekly Logistics Requirement: Q_weekly = Q_daily × 7 = 418,950 Litres / week.</a:t>
            </a:r>
          </a:p>
          <a:p>
            <a:pPr algn="l">
              <a:defRPr sz="919" b="1" i="0">
                <a:solidFill>
                  <a:srgbClr val="0F172A"/>
                </a:solidFill>
                <a:latin typeface="Calibri"/>
              </a:defRPr>
            </a:pPr>
            <a:r>
              <a:t>• Water Storage Reservoir Buffer Sizing (V_res):</a:t>
            </a:r>
          </a:p>
          <a:p>
            <a:pPr algn="l">
              <a:defRPr sz="880" b="1" i="0">
                <a:solidFill>
                  <a:srgbClr val="0284C7"/>
                </a:solidFill>
                <a:latin typeface="Calibri"/>
              </a:defRPr>
            </a:pPr>
            <a:r>
              <a:t>   V_res ≥ 1.0 × Q_daily  ≈  60,000 to 90,000 Litres (24–48 hr emergency reserve).</a:t>
            </a:r>
          </a:p>
          <a:p>
            <a:pPr algn="l">
              <a:defRPr sz="919" b="1" i="0">
                <a:solidFill>
                  <a:srgbClr val="0F172A"/>
                </a:solidFill>
                <a:latin typeface="Calibri"/>
              </a:defRPr>
            </a:pPr>
            <a:r>
              <a:t>• River Intake &amp; Water Tank Placement Logic:</a:t>
            </a:r>
          </a:p>
          <a:p>
            <a:pPr algn="l">
              <a:defRPr sz="850" b="0" i="0">
                <a:solidFill>
                  <a:srgbClr val="334155"/>
                </a:solidFill>
                <a:latin typeface="Calibri"/>
              </a:defRPr>
            </a:pPr>
            <a:r>
              <a:t>   When natural water bodies are detected (LoveDA class 3), the layout engine</a:t>
            </a:r>
          </a:p>
          <a:p>
            <a:pPr algn="l">
              <a:defRPr sz="850" b="0" i="0">
                <a:solidFill>
                  <a:srgbClr val="334155"/>
                </a:solidFill>
                <a:latin typeface="Calibri"/>
              </a:defRPr>
            </a:pPr>
            <a:r>
              <a:t>   automatically anchors an industrial Water Intake &amp; Purification Tank (TANK)</a:t>
            </a:r>
          </a:p>
          <a:p>
            <a:pPr algn="l">
              <a:defRPr sz="850" b="0" i="0">
                <a:solidFill>
                  <a:srgbClr val="334155"/>
                </a:solidFill>
                <a:latin typeface="Calibri"/>
              </a:defRPr>
            </a:pPr>
            <a:r>
              <a:t>   on safe riverbank ground outside the 20m flood buffer with connecting road spur.</a:t>
            </a:r>
          </a:p>
          <a:p>
            <a:pPr algn="l">
              <a:defRPr sz="830" b="0" i="0">
                <a:solidFill>
                  <a:srgbClr val="475569"/>
                </a:solidFill>
                <a:latin typeface="Calibri"/>
              </a:defRPr>
            </a:pPr>
            <a:r>
              <a:t>   Treatment: Coagulation, sand flocculation (&lt;5 NTU) + inline chlorination (&gt;0.5 mg/L).</a:t>
            </a:r>
          </a:p>
          <a:p>
            <a:pPr algn="l">
              <a:defRPr sz="919" b="1" i="0">
                <a:solidFill>
                  <a:srgbClr val="0F172A"/>
                </a:solidFill>
                <a:latin typeface="Calibri"/>
              </a:defRPr>
            </a:pPr>
            <a:r>
              <a:t>• Block-Level Water Tap Distribution:</a:t>
            </a:r>
          </a:p>
          <a:p>
            <a:pPr algn="l">
              <a:defRPr sz="850" b="0" i="0">
                <a:solidFill>
                  <a:srgbClr val="334155"/>
                </a:solidFill>
                <a:latin typeface="Calibri"/>
              </a:defRPr>
            </a:pPr>
            <a:r>
              <a:t>   Standard: 1 tap stand per 80–100 persons within 150m walking radius.</a:t>
            </a:r>
          </a:p>
          <a:p>
            <a:pPr algn="l">
              <a:defRPr sz="850" b="0" i="0">
                <a:solidFill>
                  <a:srgbClr val="334155"/>
                </a:solidFill>
                <a:latin typeface="Calibri"/>
              </a:defRPr>
            </a:pPr>
            <a:r>
              <a:t>   ReliefPlan AI allocates 1 tap stand in EVERY single house box (60–80 residents</a:t>
            </a:r>
          </a:p>
          <a:p>
            <a:pPr algn="l">
              <a:defRPr sz="850" b="0" i="0">
                <a:solidFill>
                  <a:srgbClr val="334155"/>
                </a:solidFill>
                <a:latin typeface="Calibri"/>
              </a:defRPr>
            </a:pPr>
            <a:r>
              <a:t>   per box), eliminating lines and reducing average walk distance to 34.2 meters.</a:t>
            </a:r>
          </a:p>
          <a:p>
            <a:pPr algn="l">
              <a:defRPr sz="919" b="1" i="0">
                <a:solidFill>
                  <a:srgbClr val="0F172A"/>
                </a:solidFill>
                <a:latin typeface="Calibri"/>
              </a:defRPr>
            </a:pPr>
            <a:r>
              <a:t>• Sanitation Latrines &amp; Hygiene Blocks:</a:t>
            </a:r>
          </a:p>
          <a:p>
            <a:pPr algn="l">
              <a:defRPr sz="850" b="0" i="0">
                <a:solidFill>
                  <a:srgbClr val="334155"/>
                </a:solidFill>
                <a:latin typeface="Calibri"/>
              </a:defRPr>
            </a:pPr>
            <a:r>
              <a:t>   Standard: 1 latrine per 20 persons. Demand = 3,990 / 20 = 200 drops.</a:t>
            </a:r>
          </a:p>
          <a:p>
            <a:pPr algn="l">
              <a:defRPr sz="850" b="0" i="0">
                <a:solidFill>
                  <a:srgbClr val="334155"/>
                </a:solidFill>
                <a:latin typeface="Calibri"/>
              </a:defRPr>
            </a:pPr>
            <a:r>
              <a:t>   Allocated into 44 residential block washroom pavilions with handwashing soap stations.</a:t>
            </a:r>
          </a:p>
        </p:txBody>
      </p:sp>
      <p:sp>
        <p:nvSpPr>
          <p:cNvPr id="4" name="Rounded Rectangle 3"/>
          <p:cNvSpPr/>
          <p:nvPr/>
        </p:nvSpPr>
        <p:spPr>
          <a:xfrm>
            <a:off x="6217920" y="1234440"/>
            <a:ext cx="5394960" cy="51206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t" lIns="201168" rIns="201168" tIns="182880" wrap="square"/>
          <a:lstStyle/>
          <a:p>
            <a:pPr algn="l">
              <a:defRPr sz="1100" b="1" i="0">
                <a:solidFill>
                  <a:srgbClr val="0F172A"/>
                </a:solidFill>
                <a:latin typeface="Calibri"/>
              </a:defRPr>
            </a:pPr>
            <a:r>
              <a:t>2. Nutritional Food Rations, Energy &amp; Medical Sizing</a:t>
            </a:r>
          </a:p>
          <a:p>
            <a:pPr algn="l">
              <a:defRPr sz="919" b="1" i="0">
                <a:solidFill>
                  <a:srgbClr val="0F172A"/>
                </a:solidFill>
                <a:latin typeface="Calibri"/>
              </a:defRPr>
            </a:pPr>
            <a:r>
              <a:t>• Nutritional Food Ration Standard (WFP / UNHCR):</a:t>
            </a:r>
          </a:p>
          <a:p>
            <a:pPr algn="l">
              <a:defRPr sz="850" b="0" i="0">
                <a:solidFill>
                  <a:srgbClr val="334155"/>
                </a:solidFill>
                <a:latin typeface="Calibri"/>
              </a:defRPr>
            </a:pPr>
            <a:r>
              <a:t>   Standard: 2,100 kcal / person / day balanced emergency nutritional basket.</a:t>
            </a:r>
          </a:p>
          <a:p>
            <a:pPr algn="l">
              <a:defRPr sz="880" b="1" i="0">
                <a:solidFill>
                  <a:srgbClr val="0F172A"/>
                </a:solidFill>
                <a:latin typeface="Calibri"/>
              </a:defRPr>
            </a:pPr>
            <a:r>
              <a:t>• Dry Ration Mass Breakdown per Person per Day (0.45 kg total):</a:t>
            </a:r>
          </a:p>
          <a:p>
            <a:pPr algn="l">
              <a:defRPr sz="830" b="0" i="0">
                <a:solidFill>
                  <a:srgbClr val="334155"/>
                </a:solidFill>
                <a:latin typeface="Calibri"/>
              </a:defRPr>
            </a:pPr>
            <a:r>
              <a:t>   - Cereals / Grain (Rice, Maize, Wheat flour): 400g (1,400 kcal)</a:t>
            </a:r>
          </a:p>
          <a:p>
            <a:pPr algn="l">
              <a:defRPr sz="830" b="0" i="0">
                <a:solidFill>
                  <a:srgbClr val="334155"/>
                </a:solidFill>
                <a:latin typeface="Calibri"/>
              </a:defRPr>
            </a:pPr>
            <a:r>
              <a:t>   - Pulses / Legumes (Lentils, Beans): 60g (200 kcal)</a:t>
            </a:r>
          </a:p>
          <a:p>
            <a:pPr algn="l">
              <a:defRPr sz="830" b="0" i="0">
                <a:solidFill>
                  <a:srgbClr val="334155"/>
                </a:solidFill>
                <a:latin typeface="Calibri"/>
              </a:defRPr>
            </a:pPr>
            <a:r>
              <a:t>   - Fortified Vegetable Oil (Vitamin A): 25g (225 kcal)</a:t>
            </a:r>
          </a:p>
          <a:p>
            <a:pPr algn="l">
              <a:defRPr sz="830" b="0" i="0">
                <a:solidFill>
                  <a:srgbClr val="334155"/>
                </a:solidFill>
                <a:latin typeface="Calibri"/>
              </a:defRPr>
            </a:pPr>
            <a:r>
              <a:t>   - Sugar &amp; Iodized Salt: 20g (80 kcal)  |  High-Energy Protein Biscuits: 40g</a:t>
            </a:r>
          </a:p>
          <a:p>
            <a:pPr algn="l">
              <a:defRPr sz="919" b="1" i="0">
                <a:solidFill>
                  <a:srgbClr val="0F172A"/>
                </a:solidFill>
                <a:latin typeface="Calibri"/>
              </a:defRPr>
            </a:pPr>
            <a:r>
              <a:t>• Daily &amp; Weekly Food Supply Inflow Demand:</a:t>
            </a:r>
          </a:p>
          <a:p>
            <a:pPr algn="l">
              <a:defRPr sz="880" b="1" i="0">
                <a:solidFill>
                  <a:srgbClr val="D946EF"/>
                </a:solidFill>
                <a:latin typeface="Calibri"/>
              </a:defRPr>
            </a:pPr>
            <a:r>
              <a:t>   M_daily = [ Population × 0.45 kg ] / 1000  =  1.80 Metric Tons / day</a:t>
            </a:r>
          </a:p>
          <a:p>
            <a:pPr algn="l">
              <a:defRPr sz="850" b="0" i="0">
                <a:solidFill>
                  <a:srgbClr val="334155"/>
                </a:solidFill>
                <a:latin typeface="Calibri"/>
              </a:defRPr>
            </a:pPr>
            <a:r>
              <a:t>   M_weekly = 1.80 × 7 = 12.57 Metric Tons / week (WFP supply truck logistics).</a:t>
            </a:r>
          </a:p>
          <a:p>
            <a:pPr algn="l">
              <a:defRPr sz="919" b="1" i="0">
                <a:solidFill>
                  <a:srgbClr val="0F172A"/>
                </a:solidFill>
                <a:latin typeface="Calibri"/>
              </a:defRPr>
            </a:pPr>
            <a:r>
              <a:t>• Distinct Food Court Infrastructure:</a:t>
            </a:r>
          </a:p>
          <a:p>
            <a:pPr algn="l">
              <a:defRPr sz="850" b="0" i="0">
                <a:solidFill>
                  <a:srgbClr val="334155"/>
                </a:solidFill>
                <a:latin typeface="Calibri"/>
              </a:defRPr>
            </a:pPr>
            <a:r>
              <a:t>   Rendered in Vibrant Magenta Marquee Canopies (#D946EF) for zero visual clash</a:t>
            </a:r>
          </a:p>
          <a:p>
            <a:pPr algn="l">
              <a:defRPr sz="850" b="0" i="0">
                <a:solidFill>
                  <a:srgbClr val="334155"/>
                </a:solidFill>
                <a:latin typeface="Calibri"/>
              </a:defRPr>
            </a:pPr>
            <a:r>
              <a:t>   with amber tents. Includes 3,000 meals/day hot kitchen and 15-day dry ration depot.</a:t>
            </a:r>
          </a:p>
          <a:p>
            <a:pPr algn="l">
              <a:defRPr sz="919" b="1" i="0">
                <a:solidFill>
                  <a:srgbClr val="0F172A"/>
                </a:solidFill>
                <a:latin typeface="Calibri"/>
              </a:defRPr>
            </a:pPr>
            <a:r>
              <a:t>• Emergency Solar Microgrid Power Formulation:</a:t>
            </a:r>
          </a:p>
          <a:p>
            <a:pPr algn="l">
              <a:defRPr sz="880" b="1" i="0">
                <a:solidFill>
                  <a:srgbClr val="EA580C"/>
                </a:solidFill>
                <a:latin typeface="Calibri"/>
              </a:defRPr>
            </a:pPr>
            <a:r>
              <a:t>   Standard: 30 Watts peak / person  →  P_solar = 3,990 × 30W  =  119.7 kW Peak array.</a:t>
            </a:r>
          </a:p>
          <a:p>
            <a:pPr algn="l">
              <a:defRPr sz="850" b="0" i="0">
                <a:solidFill>
                  <a:srgbClr val="334155"/>
                </a:solidFill>
                <a:latin typeface="Calibri"/>
              </a:defRPr>
            </a:pPr>
            <a:r>
              <a:t>   Battery Storage: 119.7 kW × 4 hrs  =  478.8 kWh lithium storage reserve.</a:t>
            </a:r>
          </a:p>
          <a:p>
            <a:pPr algn="l">
              <a:defRPr sz="830" b="0" i="0">
                <a:solidFill>
                  <a:srgbClr val="475569"/>
                </a:solidFill>
                <a:latin typeface="Calibri"/>
              </a:defRPr>
            </a:pPr>
            <a:r>
              <a:t>   Powers health clinic cold-chain, submersible water pumps, and area lighting.</a:t>
            </a:r>
          </a:p>
          <a:p>
            <a:pPr algn="l">
              <a:defRPr sz="919" b="1" i="0">
                <a:solidFill>
                  <a:srgbClr val="0F172A"/>
                </a:solidFill>
                <a:latin typeface="Calibri"/>
              </a:defRPr>
            </a:pPr>
            <a:r>
              <a:t>• Emergency Health Clinic Standards:</a:t>
            </a:r>
          </a:p>
          <a:p>
            <a:pPr algn="l">
              <a:defRPr sz="850" b="0" i="0">
                <a:solidFill>
                  <a:srgbClr val="334155"/>
                </a:solidFill>
                <a:latin typeface="Calibri"/>
              </a:defRPr>
            </a:pPr>
            <a:r>
              <a:t>   1 Health Clinic per 10,000–20,000 people (30–50 beds, 40–60 L/patient/day water).</a:t>
            </a:r>
          </a:p>
        </p:txBody>
      </p:sp>
    </p:spTree>
  </p:cSld>
  <p:clrMapOvr>
    <a:masterClrMapping/>
  </p:clrMapOvr>
</p:sld>
</file>

<file path=ppt/theme/theme1.xml><?xml version="1.0" encoding="utf-8"?>
<a:theme xmlns:a="http://schemas.openxmlformats.org/drawingml/2006/main" name="Theme1">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eme1" id="{D2EC4925-13C0-4F9C-9EC6-BA379B2903BA}" vid="{D05CAAF7-8C12-42B7-AE16-5E8F348BAE34}"/>
    </a:ext>
  </a:extLst>
</a:theme>
</file>

<file path=ppt/theme/theme2.xml><?xml version="1.0" encoding="utf-8"?>
<a:theme xmlns:a="http://schemas.openxmlformats.org/drawingml/2006/main" name="Presentation slides">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Presentation Cover pag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Presentation Cover pag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1_Presentation slides">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Theme1</Template>
  <TotalTime>33</TotalTime>
  <Words>195</Words>
  <Application>Microsoft Office PowerPoint</Application>
  <PresentationFormat>Widescreen</PresentationFormat>
  <Paragraphs>54</Paragraphs>
  <Slides>7</Slides>
  <Notes>5</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7</vt:i4>
      </vt:variant>
    </vt:vector>
  </HeadingPairs>
  <TitlesOfParts>
    <vt:vector size="18" baseType="lpstr">
      <vt:lpstr>Arial</vt:lpstr>
      <vt:lpstr>Avenir</vt:lpstr>
      <vt:lpstr>Calibri</vt:lpstr>
      <vt:lpstr>Cambria</vt:lpstr>
      <vt:lpstr>Garamond</vt:lpstr>
      <vt:lpstr>Poppins</vt:lpstr>
      <vt:lpstr>Theme1</vt:lpstr>
      <vt:lpstr>Presentation slides</vt:lpstr>
      <vt:lpstr>Presentation Cover page</vt:lpstr>
      <vt:lpstr>1_Presentation Cover page</vt:lpstr>
      <vt:lpstr>1_Presentation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Bagyammal T (CSE)</cp:lastModifiedBy>
  <cp:revision>9</cp:revision>
  <dcterms:created xsi:type="dcterms:W3CDTF">2026-08-20T08:53:47Z</dcterms:created>
  <dcterms:modified xsi:type="dcterms:W3CDTF">2026-09-09T09:32:59Z</dcterms:modified>
</cp:coreProperties>
</file>