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 id="2147483665" r:id="rId2"/>
    <p:sldMasterId id="2147483677" r:id="rId3"/>
    <p:sldMasterId id="2147483679" r:id="rId4"/>
    <p:sldMasterId id="2147483682" r:id="rId5"/>
  </p:sldMasterIdLst>
  <p:notesMasterIdLst>
    <p:notesMasterId r:id="rId13"/>
  </p:notesMasterIdLst>
  <p:sldIdLst>
    <p:sldId id="257" r:id="rId6"/>
    <p:sldId id="258" r:id="rId7"/>
    <p:sldId id="259" r:id="rId8"/>
    <p:sldId id="260" r:id="rId9"/>
    <p:sldId id="261" r:id="rId10"/>
    <p:sldId id="262" r:id="rId11"/>
    <p:sldId id="263" r:id="rId12"/>
  </p:sldIdLst>
  <p:sldSz cx="12192000" cy="6858000"/>
  <p:notesSz cx="6858000" cy="12192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0" d="100"/>
          <a:sy n="70" d="100"/>
        </p:scale>
        <p:origin x="71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72195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766"/>
        <p:cNvGrpSpPr/>
        <p:nvPr/>
      </p:nvGrpSpPr>
      <p:grpSpPr>
        <a:xfrm>
          <a:off x="0" y="0"/>
          <a:ext cx="0" cy="0"/>
          <a:chOff x="0" y="0"/>
          <a:chExt cx="0" cy="0"/>
        </a:xfrm>
      </p:grpSpPr>
      <p:sp>
        <p:nvSpPr>
          <p:cNvPr id="767" name="Google Shape;767;p3"/>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768" name="Google Shape;768;p3"/>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406400" algn="l" rtl="0">
              <a:lnSpc>
                <a:spcPct val="90000"/>
              </a:lnSpc>
              <a:spcBef>
                <a:spcPts val="1000"/>
              </a:spcBef>
              <a:spcAft>
                <a:spcPts val="0"/>
              </a:spcAft>
              <a:buClr>
                <a:schemeClr val="dk1"/>
              </a:buClr>
              <a:buSzPts val="2800"/>
              <a:buChar char="•"/>
              <a:defRPr>
                <a:latin typeface="Avenir"/>
                <a:ea typeface="Avenir"/>
                <a:cs typeface="Avenir"/>
                <a:sym typeface="Avenir"/>
              </a:defRPr>
            </a:lvl1pPr>
            <a:lvl2pPr marL="914400" lvl="1" indent="-381000" algn="l" rtl="0">
              <a:lnSpc>
                <a:spcPct val="90000"/>
              </a:lnSpc>
              <a:spcBef>
                <a:spcPts val="500"/>
              </a:spcBef>
              <a:spcAft>
                <a:spcPts val="0"/>
              </a:spcAft>
              <a:buClr>
                <a:schemeClr val="dk1"/>
              </a:buClr>
              <a:buSzPts val="2400"/>
              <a:buChar char="•"/>
              <a:defRPr>
                <a:latin typeface="Avenir"/>
                <a:ea typeface="Avenir"/>
                <a:cs typeface="Avenir"/>
                <a:sym typeface="Avenir"/>
              </a:defRPr>
            </a:lvl2pPr>
            <a:lvl3pPr marL="1371600" lvl="2" indent="-355600" algn="l" rtl="0">
              <a:lnSpc>
                <a:spcPct val="90000"/>
              </a:lnSpc>
              <a:spcBef>
                <a:spcPts val="500"/>
              </a:spcBef>
              <a:spcAft>
                <a:spcPts val="0"/>
              </a:spcAft>
              <a:buClr>
                <a:schemeClr val="dk1"/>
              </a:buClr>
              <a:buSzPts val="2000"/>
              <a:buChar char="•"/>
              <a:defRPr>
                <a:latin typeface="Avenir"/>
                <a:ea typeface="Avenir"/>
                <a:cs typeface="Avenir"/>
                <a:sym typeface="Avenir"/>
              </a:defRPr>
            </a:lvl3pPr>
            <a:lvl4pPr marL="1828800" lvl="3" indent="-342900" algn="l" rtl="0">
              <a:lnSpc>
                <a:spcPct val="90000"/>
              </a:lnSpc>
              <a:spcBef>
                <a:spcPts val="500"/>
              </a:spcBef>
              <a:spcAft>
                <a:spcPts val="0"/>
              </a:spcAft>
              <a:buClr>
                <a:schemeClr val="dk1"/>
              </a:buClr>
              <a:buSzPts val="1800"/>
              <a:buChar char="•"/>
              <a:defRPr>
                <a:latin typeface="Avenir"/>
                <a:ea typeface="Avenir"/>
                <a:cs typeface="Avenir"/>
                <a:sym typeface="Avenir"/>
              </a:defRPr>
            </a:lvl4pPr>
            <a:lvl5pPr marL="2286000" lvl="4" indent="-342900" algn="l" rtl="0">
              <a:lnSpc>
                <a:spcPct val="90000"/>
              </a:lnSpc>
              <a:spcBef>
                <a:spcPts val="500"/>
              </a:spcBef>
              <a:spcAft>
                <a:spcPts val="0"/>
              </a:spcAft>
              <a:buClr>
                <a:schemeClr val="dk1"/>
              </a:buClr>
              <a:buSzPts val="1800"/>
              <a:buChar char="•"/>
              <a:defRPr>
                <a:latin typeface="Avenir"/>
                <a:ea typeface="Avenir"/>
                <a:cs typeface="Avenir"/>
                <a:sym typeface="Aveni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769" name="Google Shape;769;p3"/>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70" name="Google Shape;770;p3"/>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71" name="Google Shape;771;p3"/>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1763725183"/>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772"/>
        <p:cNvGrpSpPr/>
        <p:nvPr/>
      </p:nvGrpSpPr>
      <p:grpSpPr>
        <a:xfrm>
          <a:off x="0" y="0"/>
          <a:ext cx="0" cy="0"/>
          <a:chOff x="0" y="0"/>
          <a:chExt cx="0" cy="0"/>
        </a:xfrm>
      </p:grpSpPr>
      <p:sp>
        <p:nvSpPr>
          <p:cNvPr id="773" name="Google Shape;773;p4"/>
          <p:cNvSpPr txBox="1">
            <a:spLocks noGrp="1"/>
          </p:cNvSpPr>
          <p:nvPr>
            <p:ph type="title"/>
          </p:nvPr>
        </p:nvSpPr>
        <p:spPr>
          <a:xfrm>
            <a:off x="831851" y="1709740"/>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774" name="Google Shape;774;p4"/>
          <p:cNvSpPr txBox="1">
            <a:spLocks noGrp="1"/>
          </p:cNvSpPr>
          <p:nvPr>
            <p:ph type="body" idx="1"/>
          </p:nvPr>
        </p:nvSpPr>
        <p:spPr>
          <a:xfrm>
            <a:off x="831851" y="4589465"/>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rgbClr val="888888"/>
              </a:buClr>
              <a:buSzPts val="2400"/>
              <a:buNone/>
              <a:defRPr sz="2400">
                <a:solidFill>
                  <a:srgbClr val="888888"/>
                </a:solidFill>
              </a:defRPr>
            </a:lvl1pPr>
            <a:lvl2pPr marL="914400" lvl="1" indent="-228600" algn="l" rtl="0">
              <a:lnSpc>
                <a:spcPct val="90000"/>
              </a:lnSpc>
              <a:spcBef>
                <a:spcPts val="500"/>
              </a:spcBef>
              <a:spcAft>
                <a:spcPts val="0"/>
              </a:spcAft>
              <a:buClr>
                <a:srgbClr val="888888"/>
              </a:buClr>
              <a:buSzPts val="2000"/>
              <a:buNone/>
              <a:defRPr sz="2000">
                <a:solidFill>
                  <a:srgbClr val="888888"/>
                </a:solidFill>
              </a:defRPr>
            </a:lvl2pPr>
            <a:lvl3pPr marL="1371600" lvl="2" indent="-228600" algn="l" rtl="0">
              <a:lnSpc>
                <a:spcPct val="90000"/>
              </a:lnSpc>
              <a:spcBef>
                <a:spcPts val="500"/>
              </a:spcBef>
              <a:spcAft>
                <a:spcPts val="0"/>
              </a:spcAft>
              <a:buClr>
                <a:srgbClr val="888888"/>
              </a:buClr>
              <a:buSzPts val="1800"/>
              <a:buNone/>
              <a:defRPr sz="1800">
                <a:solidFill>
                  <a:srgbClr val="888888"/>
                </a:solidFill>
              </a:defRPr>
            </a:lvl3pPr>
            <a:lvl4pPr marL="1828800" lvl="3" indent="-228600" algn="l" rtl="0">
              <a:lnSpc>
                <a:spcPct val="90000"/>
              </a:lnSpc>
              <a:spcBef>
                <a:spcPts val="500"/>
              </a:spcBef>
              <a:spcAft>
                <a:spcPts val="0"/>
              </a:spcAft>
              <a:buClr>
                <a:srgbClr val="888888"/>
              </a:buClr>
              <a:buSzPts val="1600"/>
              <a:buNone/>
              <a:defRPr sz="1600">
                <a:solidFill>
                  <a:srgbClr val="888888"/>
                </a:solidFill>
              </a:defRPr>
            </a:lvl4pPr>
            <a:lvl5pPr marL="2286000" lvl="4" indent="-228600" algn="l" rtl="0">
              <a:lnSpc>
                <a:spcPct val="90000"/>
              </a:lnSpc>
              <a:spcBef>
                <a:spcPts val="500"/>
              </a:spcBef>
              <a:spcAft>
                <a:spcPts val="0"/>
              </a:spcAft>
              <a:buClr>
                <a:srgbClr val="888888"/>
              </a:buClr>
              <a:buSzPts val="1600"/>
              <a:buNone/>
              <a:defRPr sz="1600">
                <a:solidFill>
                  <a:srgbClr val="888888"/>
                </a:solidFill>
              </a:defRPr>
            </a:lvl5pPr>
            <a:lvl6pPr marL="2743200" lvl="5" indent="-228600" algn="l" rtl="0">
              <a:lnSpc>
                <a:spcPct val="90000"/>
              </a:lnSpc>
              <a:spcBef>
                <a:spcPts val="500"/>
              </a:spcBef>
              <a:spcAft>
                <a:spcPts val="0"/>
              </a:spcAft>
              <a:buClr>
                <a:srgbClr val="888888"/>
              </a:buClr>
              <a:buSzPts val="1600"/>
              <a:buNone/>
              <a:defRPr sz="1600">
                <a:solidFill>
                  <a:srgbClr val="888888"/>
                </a:solidFill>
              </a:defRPr>
            </a:lvl6pPr>
            <a:lvl7pPr marL="3200400" lvl="6" indent="-228600" algn="l" rtl="0">
              <a:lnSpc>
                <a:spcPct val="90000"/>
              </a:lnSpc>
              <a:spcBef>
                <a:spcPts val="500"/>
              </a:spcBef>
              <a:spcAft>
                <a:spcPts val="0"/>
              </a:spcAft>
              <a:buClr>
                <a:srgbClr val="888888"/>
              </a:buClr>
              <a:buSzPts val="1600"/>
              <a:buNone/>
              <a:defRPr sz="1600">
                <a:solidFill>
                  <a:srgbClr val="888888"/>
                </a:solidFill>
              </a:defRPr>
            </a:lvl7pPr>
            <a:lvl8pPr marL="3657600" lvl="7" indent="-228600" algn="l" rtl="0">
              <a:lnSpc>
                <a:spcPct val="90000"/>
              </a:lnSpc>
              <a:spcBef>
                <a:spcPts val="500"/>
              </a:spcBef>
              <a:spcAft>
                <a:spcPts val="0"/>
              </a:spcAft>
              <a:buClr>
                <a:srgbClr val="888888"/>
              </a:buClr>
              <a:buSzPts val="1600"/>
              <a:buNone/>
              <a:defRPr sz="1600">
                <a:solidFill>
                  <a:srgbClr val="888888"/>
                </a:solidFill>
              </a:defRPr>
            </a:lvl8pPr>
            <a:lvl9pPr marL="4114800" lvl="8" indent="-228600" algn="l" rtl="0">
              <a:lnSpc>
                <a:spcPct val="90000"/>
              </a:lnSpc>
              <a:spcBef>
                <a:spcPts val="500"/>
              </a:spcBef>
              <a:spcAft>
                <a:spcPts val="0"/>
              </a:spcAft>
              <a:buClr>
                <a:srgbClr val="888888"/>
              </a:buClr>
              <a:buSzPts val="1600"/>
              <a:buNone/>
              <a:defRPr sz="1600">
                <a:solidFill>
                  <a:srgbClr val="888888"/>
                </a:solidFill>
              </a:defRPr>
            </a:lvl9pPr>
          </a:lstStyle>
          <a:p>
            <a:pPr lvl="0"/>
            <a:r>
              <a:rPr lang="en-US"/>
              <a:t>Click to edit Master text styles</a:t>
            </a:r>
          </a:p>
        </p:txBody>
      </p:sp>
      <p:sp>
        <p:nvSpPr>
          <p:cNvPr id="775" name="Google Shape;775;p4"/>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76" name="Google Shape;776;p4"/>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77" name="Google Shape;777;p4"/>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1797675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778"/>
        <p:cNvGrpSpPr/>
        <p:nvPr/>
      </p:nvGrpSpPr>
      <p:grpSpPr>
        <a:xfrm>
          <a:off x="0" y="0"/>
          <a:ext cx="0" cy="0"/>
          <a:chOff x="0" y="0"/>
          <a:chExt cx="0" cy="0"/>
        </a:xfrm>
      </p:grpSpPr>
      <p:sp>
        <p:nvSpPr>
          <p:cNvPr id="779" name="Google Shape;779;p5"/>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780" name="Google Shape;780;p5"/>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781" name="Google Shape;781;p5"/>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782" name="Google Shape;782;p5"/>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3" name="Google Shape;783;p5"/>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4" name="Google Shape;784;p5"/>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1507284830"/>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785"/>
        <p:cNvGrpSpPr/>
        <p:nvPr/>
      </p:nvGrpSpPr>
      <p:grpSpPr>
        <a:xfrm>
          <a:off x="0" y="0"/>
          <a:ext cx="0" cy="0"/>
          <a:chOff x="0" y="0"/>
          <a:chExt cx="0" cy="0"/>
        </a:xfrm>
      </p:grpSpPr>
      <p:sp>
        <p:nvSpPr>
          <p:cNvPr id="786" name="Google Shape;786;p6"/>
          <p:cNvSpPr txBox="1">
            <a:spLocks noGrp="1"/>
          </p:cNvSpPr>
          <p:nvPr>
            <p:ph type="title"/>
          </p:nvPr>
        </p:nvSpPr>
        <p:spPr>
          <a:xfrm>
            <a:off x="839788"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787" name="Google Shape;787;p6"/>
          <p:cNvSpPr txBox="1">
            <a:spLocks noGrp="1"/>
          </p:cNvSpPr>
          <p:nvPr>
            <p:ph type="body" idx="1"/>
          </p:nvPr>
        </p:nvSpPr>
        <p:spPr>
          <a:xfrm>
            <a:off x="839789"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pPr lvl="0"/>
            <a:r>
              <a:rPr lang="en-US"/>
              <a:t>Click to edit Master text styles</a:t>
            </a:r>
          </a:p>
        </p:txBody>
      </p:sp>
      <p:sp>
        <p:nvSpPr>
          <p:cNvPr id="788" name="Google Shape;788;p6"/>
          <p:cNvSpPr txBox="1">
            <a:spLocks noGrp="1"/>
          </p:cNvSpPr>
          <p:nvPr>
            <p:ph type="body" idx="2"/>
          </p:nvPr>
        </p:nvSpPr>
        <p:spPr>
          <a:xfrm>
            <a:off x="839789"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789" name="Google Shape;789;p6"/>
          <p:cNvSpPr txBox="1">
            <a:spLocks noGrp="1"/>
          </p:cNvSpPr>
          <p:nvPr>
            <p:ph type="body" idx="3"/>
          </p:nvPr>
        </p:nvSpPr>
        <p:spPr>
          <a:xfrm>
            <a:off x="6172201"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pPr lvl="0"/>
            <a:r>
              <a:rPr lang="en-US"/>
              <a:t>Click to edit Master text styles</a:t>
            </a:r>
          </a:p>
        </p:txBody>
      </p:sp>
      <p:sp>
        <p:nvSpPr>
          <p:cNvPr id="790" name="Google Shape;790;p6"/>
          <p:cNvSpPr txBox="1">
            <a:spLocks noGrp="1"/>
          </p:cNvSpPr>
          <p:nvPr>
            <p:ph type="body" idx="4"/>
          </p:nvPr>
        </p:nvSpPr>
        <p:spPr>
          <a:xfrm>
            <a:off x="6172201"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791" name="Google Shape;791;p6"/>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2" name="Google Shape;792;p6"/>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3" name="Google Shape;793;p6"/>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26975817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794"/>
        <p:cNvGrpSpPr/>
        <p:nvPr/>
      </p:nvGrpSpPr>
      <p:grpSpPr>
        <a:xfrm>
          <a:off x="0" y="0"/>
          <a:ext cx="0" cy="0"/>
          <a:chOff x="0" y="0"/>
          <a:chExt cx="0" cy="0"/>
        </a:xfrm>
      </p:grpSpPr>
      <p:sp>
        <p:nvSpPr>
          <p:cNvPr id="795" name="Google Shape;795;p7"/>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796" name="Google Shape;796;p7"/>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7" name="Google Shape;797;p7"/>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8" name="Google Shape;798;p7"/>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327806498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99"/>
        <p:cNvGrpSpPr/>
        <p:nvPr/>
      </p:nvGrpSpPr>
      <p:grpSpPr>
        <a:xfrm>
          <a:off x="0" y="0"/>
          <a:ext cx="0" cy="0"/>
          <a:chOff x="0" y="0"/>
          <a:chExt cx="0" cy="0"/>
        </a:xfrm>
      </p:grpSpPr>
      <p:sp>
        <p:nvSpPr>
          <p:cNvPr id="800" name="Google Shape;800;p8"/>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01" name="Google Shape;801;p8"/>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02" name="Google Shape;802;p8"/>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397401408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803"/>
        <p:cNvGrpSpPr/>
        <p:nvPr/>
      </p:nvGrpSpPr>
      <p:grpSpPr>
        <a:xfrm>
          <a:off x="0" y="0"/>
          <a:ext cx="0" cy="0"/>
          <a:chOff x="0" y="0"/>
          <a:chExt cx="0" cy="0"/>
        </a:xfrm>
      </p:grpSpPr>
      <p:sp>
        <p:nvSpPr>
          <p:cNvPr id="804" name="Google Shape;804;p9"/>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oppins"/>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05" name="Google Shape;805;p9"/>
          <p:cNvSpPr txBox="1">
            <a:spLocks noGrp="1"/>
          </p:cNvSpPr>
          <p:nvPr>
            <p:ph type="body" idx="1"/>
          </p:nvPr>
        </p:nvSpPr>
        <p:spPr>
          <a:xfrm>
            <a:off x="5183188" y="987427"/>
            <a:ext cx="6172200" cy="4873500"/>
          </a:xfrm>
          <a:prstGeom prst="rect">
            <a:avLst/>
          </a:prstGeom>
          <a:noFill/>
          <a:ln>
            <a:noFill/>
          </a:ln>
        </p:spPr>
        <p:txBody>
          <a:bodyPr spcFirstLastPara="1" wrap="square" lIns="91425" tIns="45700" rIns="91425" bIns="45700" anchor="t" anchorCtr="0">
            <a:normAutofit/>
          </a:bodyPr>
          <a:lstStyle>
            <a:lvl1pPr marL="457200" lvl="0" indent="-431800" algn="l" rtl="0">
              <a:lnSpc>
                <a:spcPct val="90000"/>
              </a:lnSpc>
              <a:spcBef>
                <a:spcPts val="1000"/>
              </a:spcBef>
              <a:spcAft>
                <a:spcPts val="0"/>
              </a:spcAft>
              <a:buClr>
                <a:schemeClr val="dk1"/>
              </a:buClr>
              <a:buSzPts val="3200"/>
              <a:buChar char="•"/>
              <a:defRPr sz="3200"/>
            </a:lvl1pPr>
            <a:lvl2pPr marL="914400" lvl="1" indent="-406400" algn="l" rtl="0">
              <a:lnSpc>
                <a:spcPct val="90000"/>
              </a:lnSpc>
              <a:spcBef>
                <a:spcPts val="500"/>
              </a:spcBef>
              <a:spcAft>
                <a:spcPts val="0"/>
              </a:spcAft>
              <a:buClr>
                <a:schemeClr val="dk1"/>
              </a:buClr>
              <a:buSzPts val="2800"/>
              <a:buChar char="•"/>
              <a:defRPr sz="2800"/>
            </a:lvl2pPr>
            <a:lvl3pPr marL="1371600" lvl="2" indent="-381000" algn="l" rtl="0">
              <a:lnSpc>
                <a:spcPct val="90000"/>
              </a:lnSpc>
              <a:spcBef>
                <a:spcPts val="500"/>
              </a:spcBef>
              <a:spcAft>
                <a:spcPts val="0"/>
              </a:spcAft>
              <a:buClr>
                <a:schemeClr val="dk1"/>
              </a:buClr>
              <a:buSzPts val="2400"/>
              <a:buChar char="•"/>
              <a:defRPr sz="2400"/>
            </a:lvl3pPr>
            <a:lvl4pPr marL="1828800" lvl="3" indent="-355600" algn="l" rtl="0">
              <a:lnSpc>
                <a:spcPct val="90000"/>
              </a:lnSpc>
              <a:spcBef>
                <a:spcPts val="500"/>
              </a:spcBef>
              <a:spcAft>
                <a:spcPts val="0"/>
              </a:spcAft>
              <a:buClr>
                <a:schemeClr val="dk1"/>
              </a:buClr>
              <a:buSzPts val="2000"/>
              <a:buChar char="•"/>
              <a:defRPr sz="2000"/>
            </a:lvl4pPr>
            <a:lvl5pPr marL="2286000" lvl="4" indent="-355600" algn="l" rtl="0">
              <a:lnSpc>
                <a:spcPct val="90000"/>
              </a:lnSpc>
              <a:spcBef>
                <a:spcPts val="500"/>
              </a:spcBef>
              <a:spcAft>
                <a:spcPts val="0"/>
              </a:spcAft>
              <a:buClr>
                <a:schemeClr val="dk1"/>
              </a:buClr>
              <a:buSzPts val="2000"/>
              <a:buChar char="•"/>
              <a:defRPr sz="2000"/>
            </a:lvl5pPr>
            <a:lvl6pPr marL="2743200" lvl="5" indent="-355600" algn="l" rtl="0">
              <a:lnSpc>
                <a:spcPct val="90000"/>
              </a:lnSpc>
              <a:spcBef>
                <a:spcPts val="500"/>
              </a:spcBef>
              <a:spcAft>
                <a:spcPts val="0"/>
              </a:spcAft>
              <a:buClr>
                <a:schemeClr val="dk1"/>
              </a:buClr>
              <a:buSzPts val="2000"/>
              <a:buChar char="•"/>
              <a:defRPr sz="2000"/>
            </a:lvl6pPr>
            <a:lvl7pPr marL="3200400" lvl="6" indent="-355600" algn="l" rtl="0">
              <a:lnSpc>
                <a:spcPct val="90000"/>
              </a:lnSpc>
              <a:spcBef>
                <a:spcPts val="500"/>
              </a:spcBef>
              <a:spcAft>
                <a:spcPts val="0"/>
              </a:spcAft>
              <a:buClr>
                <a:schemeClr val="dk1"/>
              </a:buClr>
              <a:buSzPts val="2000"/>
              <a:buChar char="•"/>
              <a:defRPr sz="2000"/>
            </a:lvl7pPr>
            <a:lvl8pPr marL="3657600" lvl="7" indent="-355600" algn="l" rtl="0">
              <a:lnSpc>
                <a:spcPct val="90000"/>
              </a:lnSpc>
              <a:spcBef>
                <a:spcPts val="500"/>
              </a:spcBef>
              <a:spcAft>
                <a:spcPts val="0"/>
              </a:spcAft>
              <a:buClr>
                <a:schemeClr val="dk1"/>
              </a:buClr>
              <a:buSzPts val="2000"/>
              <a:buChar char="•"/>
              <a:defRPr sz="2000"/>
            </a:lvl8pPr>
            <a:lvl9pPr marL="4114800" lvl="8" indent="-355600" algn="l" rtl="0">
              <a:lnSpc>
                <a:spcPct val="90000"/>
              </a:lnSpc>
              <a:spcBef>
                <a:spcPts val="500"/>
              </a:spcBef>
              <a:spcAft>
                <a:spcPts val="0"/>
              </a:spcAft>
              <a:buClr>
                <a:schemeClr val="dk1"/>
              </a:buClr>
              <a:buSzPts val="2000"/>
              <a:buChar char="•"/>
              <a:defRPr sz="2000"/>
            </a:lvl9pPr>
          </a:lstStyle>
          <a:p>
            <a:pPr lvl="0"/>
            <a:r>
              <a:rPr lang="en-US"/>
              <a:t>Click to edit Master text styles</a:t>
            </a:r>
          </a:p>
        </p:txBody>
      </p:sp>
      <p:sp>
        <p:nvSpPr>
          <p:cNvPr id="806" name="Google Shape;806;p9"/>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pPr lvl="0"/>
            <a:r>
              <a:rPr lang="en-US"/>
              <a:t>Click to edit Master text styles</a:t>
            </a:r>
          </a:p>
        </p:txBody>
      </p:sp>
      <p:sp>
        <p:nvSpPr>
          <p:cNvPr id="807" name="Google Shape;807;p9"/>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08" name="Google Shape;808;p9"/>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09" name="Google Shape;809;p9"/>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22362659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810"/>
        <p:cNvGrpSpPr/>
        <p:nvPr/>
      </p:nvGrpSpPr>
      <p:grpSpPr>
        <a:xfrm>
          <a:off x="0" y="0"/>
          <a:ext cx="0" cy="0"/>
          <a:chOff x="0" y="0"/>
          <a:chExt cx="0" cy="0"/>
        </a:xfrm>
      </p:grpSpPr>
      <p:sp>
        <p:nvSpPr>
          <p:cNvPr id="811" name="Google Shape;811;p10"/>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oppins"/>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12" name="Google Shape;812;p10"/>
          <p:cNvSpPr>
            <a:spLocks noGrp="1"/>
          </p:cNvSpPr>
          <p:nvPr>
            <p:ph type="pic" idx="2"/>
          </p:nvPr>
        </p:nvSpPr>
        <p:spPr>
          <a:xfrm>
            <a:off x="5183188" y="987427"/>
            <a:ext cx="6172200" cy="4873500"/>
          </a:xfrm>
          <a:prstGeom prst="rect">
            <a:avLst/>
          </a:prstGeom>
          <a:noFill/>
          <a:ln>
            <a:noFill/>
          </a:ln>
        </p:spPr>
      </p:sp>
      <p:sp>
        <p:nvSpPr>
          <p:cNvPr id="813" name="Google Shape;813;p10"/>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pPr lvl="0"/>
            <a:r>
              <a:rPr lang="en-US"/>
              <a:t>Click to edit Master text styles</a:t>
            </a:r>
          </a:p>
        </p:txBody>
      </p:sp>
      <p:sp>
        <p:nvSpPr>
          <p:cNvPr id="814" name="Google Shape;814;p10"/>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5" name="Google Shape;815;p10"/>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6" name="Google Shape;816;p10"/>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218522331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817"/>
        <p:cNvGrpSpPr/>
        <p:nvPr/>
      </p:nvGrpSpPr>
      <p:grpSpPr>
        <a:xfrm>
          <a:off x="0" y="0"/>
          <a:ext cx="0" cy="0"/>
          <a:chOff x="0" y="0"/>
          <a:chExt cx="0" cy="0"/>
        </a:xfrm>
      </p:grpSpPr>
      <p:sp>
        <p:nvSpPr>
          <p:cNvPr id="818" name="Google Shape;818;p11"/>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19" name="Google Shape;819;p11"/>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820" name="Google Shape;820;p11"/>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1" name="Google Shape;821;p11"/>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2" name="Google Shape;822;p11"/>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47264369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823"/>
        <p:cNvGrpSpPr/>
        <p:nvPr/>
      </p:nvGrpSpPr>
      <p:grpSpPr>
        <a:xfrm>
          <a:off x="0" y="0"/>
          <a:ext cx="0" cy="0"/>
          <a:chOff x="0" y="0"/>
          <a:chExt cx="0" cy="0"/>
        </a:xfrm>
      </p:grpSpPr>
      <p:sp>
        <p:nvSpPr>
          <p:cNvPr id="824" name="Google Shape;824;p12"/>
          <p:cNvSpPr txBox="1">
            <a:spLocks noGrp="1"/>
          </p:cNvSpPr>
          <p:nvPr>
            <p:ph type="title"/>
          </p:nvPr>
        </p:nvSpPr>
        <p:spPr>
          <a:xfrm rot="5400000">
            <a:off x="7133401" y="1956625"/>
            <a:ext cx="5811900" cy="2628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25" name="Google Shape;825;p12"/>
          <p:cNvSpPr txBox="1">
            <a:spLocks noGrp="1"/>
          </p:cNvSpPr>
          <p:nvPr>
            <p:ph type="body" idx="1"/>
          </p:nvPr>
        </p:nvSpPr>
        <p:spPr>
          <a:xfrm rot="5400000">
            <a:off x="1799401"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826" name="Google Shape;826;p12"/>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7" name="Google Shape;827;p12"/>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8" name="Google Shape;828;p12"/>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221711474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829"/>
        <p:cNvGrpSpPr/>
        <p:nvPr/>
      </p:nvGrpSpPr>
      <p:grpSpPr>
        <a:xfrm>
          <a:off x="0" y="0"/>
          <a:ext cx="0" cy="0"/>
          <a:chOff x="0" y="0"/>
          <a:chExt cx="0" cy="0"/>
        </a:xfrm>
      </p:grpSpPr>
      <p:sp>
        <p:nvSpPr>
          <p:cNvPr id="830" name="Google Shape;830;p13"/>
          <p:cNvSpPr txBox="1">
            <a:spLocks noGrp="1"/>
          </p:cNvSpPr>
          <p:nvPr>
            <p:ph type="title"/>
          </p:nvPr>
        </p:nvSpPr>
        <p:spPr>
          <a:xfrm>
            <a:off x="838091" y="365084"/>
            <a:ext cx="10515900" cy="831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3599"/>
              <a:buFont typeface="Poppins"/>
              <a:buNone/>
              <a:defRPr sz="3599"/>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Tree>
    <p:extLst>
      <p:ext uri="{BB962C8B-B14F-4D97-AF65-F5344CB8AC3E}">
        <p14:creationId xmlns:p14="http://schemas.microsoft.com/office/powerpoint/2010/main" val="1941008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831"/>
        <p:cNvGrpSpPr/>
        <p:nvPr/>
      </p:nvGrpSpPr>
      <p:grpSpPr>
        <a:xfrm>
          <a:off x="0" y="0"/>
          <a:ext cx="0" cy="0"/>
          <a:chOff x="0" y="0"/>
          <a:chExt cx="0" cy="0"/>
        </a:xfrm>
      </p:grpSpPr>
    </p:spTree>
    <p:extLst>
      <p:ext uri="{BB962C8B-B14F-4D97-AF65-F5344CB8AC3E}">
        <p14:creationId xmlns:p14="http://schemas.microsoft.com/office/powerpoint/2010/main" val="1824377530"/>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6682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reserve="1">
  <p:cSld name="Title and Content">
    <p:spTree>
      <p:nvGrpSpPr>
        <p:cNvPr id="1" name="Shape 841"/>
        <p:cNvGrpSpPr/>
        <p:nvPr/>
      </p:nvGrpSpPr>
      <p:grpSpPr>
        <a:xfrm>
          <a:off x="0" y="0"/>
          <a:ext cx="0" cy="0"/>
          <a:chOff x="0" y="0"/>
          <a:chExt cx="0" cy="0"/>
        </a:xfrm>
      </p:grpSpPr>
      <p:sp>
        <p:nvSpPr>
          <p:cNvPr id="842" name="Google Shape;842;p16"/>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43" name="Google Shape;843;p16"/>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406400" algn="l" rtl="0">
              <a:lnSpc>
                <a:spcPct val="90000"/>
              </a:lnSpc>
              <a:spcBef>
                <a:spcPts val="1000"/>
              </a:spcBef>
              <a:spcAft>
                <a:spcPts val="0"/>
              </a:spcAft>
              <a:buClr>
                <a:schemeClr val="dk1"/>
              </a:buClr>
              <a:buSzPts val="2800"/>
              <a:buChar char="•"/>
              <a:defRPr>
                <a:latin typeface="Avenir"/>
                <a:ea typeface="Avenir"/>
                <a:cs typeface="Avenir"/>
                <a:sym typeface="Avenir"/>
              </a:defRPr>
            </a:lvl1pPr>
            <a:lvl2pPr marL="914400" lvl="1" indent="-381000" algn="l" rtl="0">
              <a:lnSpc>
                <a:spcPct val="90000"/>
              </a:lnSpc>
              <a:spcBef>
                <a:spcPts val="500"/>
              </a:spcBef>
              <a:spcAft>
                <a:spcPts val="0"/>
              </a:spcAft>
              <a:buClr>
                <a:schemeClr val="dk1"/>
              </a:buClr>
              <a:buSzPts val="2400"/>
              <a:buChar char="•"/>
              <a:defRPr>
                <a:latin typeface="Avenir"/>
                <a:ea typeface="Avenir"/>
                <a:cs typeface="Avenir"/>
                <a:sym typeface="Avenir"/>
              </a:defRPr>
            </a:lvl2pPr>
            <a:lvl3pPr marL="1371600" lvl="2" indent="-355600" algn="l" rtl="0">
              <a:lnSpc>
                <a:spcPct val="90000"/>
              </a:lnSpc>
              <a:spcBef>
                <a:spcPts val="500"/>
              </a:spcBef>
              <a:spcAft>
                <a:spcPts val="0"/>
              </a:spcAft>
              <a:buClr>
                <a:schemeClr val="dk1"/>
              </a:buClr>
              <a:buSzPts val="2000"/>
              <a:buChar char="•"/>
              <a:defRPr>
                <a:latin typeface="Avenir"/>
                <a:ea typeface="Avenir"/>
                <a:cs typeface="Avenir"/>
                <a:sym typeface="Avenir"/>
              </a:defRPr>
            </a:lvl3pPr>
            <a:lvl4pPr marL="1828800" lvl="3" indent="-342900" algn="l" rtl="0">
              <a:lnSpc>
                <a:spcPct val="90000"/>
              </a:lnSpc>
              <a:spcBef>
                <a:spcPts val="500"/>
              </a:spcBef>
              <a:spcAft>
                <a:spcPts val="0"/>
              </a:spcAft>
              <a:buClr>
                <a:schemeClr val="dk1"/>
              </a:buClr>
              <a:buSzPts val="1800"/>
              <a:buChar char="•"/>
              <a:defRPr>
                <a:latin typeface="Avenir"/>
                <a:ea typeface="Avenir"/>
                <a:cs typeface="Avenir"/>
                <a:sym typeface="Avenir"/>
              </a:defRPr>
            </a:lvl4pPr>
            <a:lvl5pPr marL="2286000" lvl="4" indent="-342900" algn="l" rtl="0">
              <a:lnSpc>
                <a:spcPct val="90000"/>
              </a:lnSpc>
              <a:spcBef>
                <a:spcPts val="500"/>
              </a:spcBef>
              <a:spcAft>
                <a:spcPts val="0"/>
              </a:spcAft>
              <a:buClr>
                <a:schemeClr val="dk1"/>
              </a:buClr>
              <a:buSzPts val="1800"/>
              <a:buChar char="•"/>
              <a:defRPr>
                <a:latin typeface="Avenir"/>
                <a:ea typeface="Avenir"/>
                <a:cs typeface="Avenir"/>
                <a:sym typeface="Aveni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844" name="Google Shape;844;p16"/>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5" name="Google Shape;845;p16"/>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6" name="Google Shape;846;p16"/>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5127144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type="title" preserve="1">
  <p:cSld name="Title Slide">
    <p:spTree>
      <p:nvGrpSpPr>
        <p:cNvPr id="1" name="Shape 847"/>
        <p:cNvGrpSpPr/>
        <p:nvPr/>
      </p:nvGrpSpPr>
      <p:grpSpPr>
        <a:xfrm>
          <a:off x="0" y="0"/>
          <a:ext cx="0" cy="0"/>
          <a:chOff x="0" y="0"/>
          <a:chExt cx="0" cy="0"/>
        </a:xfrm>
      </p:grpSpPr>
      <p:sp>
        <p:nvSpPr>
          <p:cNvPr id="848" name="Google Shape;848;p1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49" name="Google Shape;849;p1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1000"/>
              </a:spcBef>
              <a:spcAft>
                <a:spcPts val="0"/>
              </a:spcAft>
              <a:buClr>
                <a:schemeClr val="dk1"/>
              </a:buClr>
              <a:buSzPts val="2400"/>
              <a:buNone/>
              <a:defRPr sz="2400"/>
            </a:lvl1pPr>
            <a:lvl2pPr lvl="1" algn="ctr" rtl="0">
              <a:lnSpc>
                <a:spcPct val="90000"/>
              </a:lnSpc>
              <a:spcBef>
                <a:spcPts val="500"/>
              </a:spcBef>
              <a:spcAft>
                <a:spcPts val="0"/>
              </a:spcAft>
              <a:buClr>
                <a:schemeClr val="dk1"/>
              </a:buClr>
              <a:buSzPts val="2000"/>
              <a:buNone/>
              <a:defRPr sz="2000"/>
            </a:lvl2pPr>
            <a:lvl3pPr lvl="2" algn="ctr" rtl="0">
              <a:lnSpc>
                <a:spcPct val="90000"/>
              </a:lnSpc>
              <a:spcBef>
                <a:spcPts val="500"/>
              </a:spcBef>
              <a:spcAft>
                <a:spcPts val="0"/>
              </a:spcAft>
              <a:buClr>
                <a:schemeClr val="dk1"/>
              </a:buClr>
              <a:buSzPts val="1800"/>
              <a:buNone/>
              <a:defRPr sz="1800"/>
            </a:lvl3pPr>
            <a:lvl4pPr lvl="3" algn="ctr" rtl="0">
              <a:lnSpc>
                <a:spcPct val="90000"/>
              </a:lnSpc>
              <a:spcBef>
                <a:spcPts val="500"/>
              </a:spcBef>
              <a:spcAft>
                <a:spcPts val="0"/>
              </a:spcAft>
              <a:buClr>
                <a:schemeClr val="dk1"/>
              </a:buClr>
              <a:buSzPts val="1600"/>
              <a:buNone/>
              <a:defRPr sz="1600"/>
            </a:lvl4pPr>
            <a:lvl5pPr lvl="4" algn="ctr" rtl="0">
              <a:lnSpc>
                <a:spcPct val="90000"/>
              </a:lnSpc>
              <a:spcBef>
                <a:spcPts val="500"/>
              </a:spcBef>
              <a:spcAft>
                <a:spcPts val="0"/>
              </a:spcAft>
              <a:buClr>
                <a:schemeClr val="dk1"/>
              </a:buClr>
              <a:buSzPts val="1600"/>
              <a:buNone/>
              <a:defRPr sz="1600"/>
            </a:lvl5pPr>
            <a:lvl6pPr lvl="5" algn="ctr" rtl="0">
              <a:lnSpc>
                <a:spcPct val="90000"/>
              </a:lnSpc>
              <a:spcBef>
                <a:spcPts val="500"/>
              </a:spcBef>
              <a:spcAft>
                <a:spcPts val="0"/>
              </a:spcAft>
              <a:buClr>
                <a:schemeClr val="dk1"/>
              </a:buClr>
              <a:buSzPts val="1600"/>
              <a:buNone/>
              <a:defRPr sz="1600"/>
            </a:lvl6pPr>
            <a:lvl7pPr lvl="6" algn="ctr" rtl="0">
              <a:lnSpc>
                <a:spcPct val="90000"/>
              </a:lnSpc>
              <a:spcBef>
                <a:spcPts val="500"/>
              </a:spcBef>
              <a:spcAft>
                <a:spcPts val="0"/>
              </a:spcAft>
              <a:buClr>
                <a:schemeClr val="dk1"/>
              </a:buClr>
              <a:buSzPts val="1600"/>
              <a:buNone/>
              <a:defRPr sz="1600"/>
            </a:lvl7pPr>
            <a:lvl8pPr lvl="7" algn="ctr" rtl="0">
              <a:lnSpc>
                <a:spcPct val="90000"/>
              </a:lnSpc>
              <a:spcBef>
                <a:spcPts val="500"/>
              </a:spcBef>
              <a:spcAft>
                <a:spcPts val="0"/>
              </a:spcAft>
              <a:buClr>
                <a:schemeClr val="dk1"/>
              </a:buClr>
              <a:buSzPts val="1600"/>
              <a:buNone/>
              <a:defRPr sz="1600"/>
            </a:lvl8pPr>
            <a:lvl9pPr lvl="8" algn="ctr" rtl="0">
              <a:lnSpc>
                <a:spcPct val="90000"/>
              </a:lnSpc>
              <a:spcBef>
                <a:spcPts val="500"/>
              </a:spcBef>
              <a:spcAft>
                <a:spcPts val="0"/>
              </a:spcAft>
              <a:buClr>
                <a:schemeClr val="dk1"/>
              </a:buClr>
              <a:buSzPts val="1600"/>
              <a:buNone/>
              <a:defRPr sz="1600"/>
            </a:lvl9pPr>
          </a:lstStyle>
          <a:p>
            <a:r>
              <a:rPr lang="en-US"/>
              <a:t>Click to edit Master subtitle style</a:t>
            </a:r>
            <a:endParaRPr/>
          </a:p>
        </p:txBody>
      </p:sp>
      <p:sp>
        <p:nvSpPr>
          <p:cNvPr id="850" name="Google Shape;850;p17"/>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1" name="Google Shape;851;p17"/>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2" name="Google Shape;852;p17"/>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3672530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type="secHead" preserve="1">
  <p:cSld name="Section Header">
    <p:spTree>
      <p:nvGrpSpPr>
        <p:cNvPr id="1" name="Shape 853"/>
        <p:cNvGrpSpPr/>
        <p:nvPr/>
      </p:nvGrpSpPr>
      <p:grpSpPr>
        <a:xfrm>
          <a:off x="0" y="0"/>
          <a:ext cx="0" cy="0"/>
          <a:chOff x="0" y="0"/>
          <a:chExt cx="0" cy="0"/>
        </a:xfrm>
      </p:grpSpPr>
      <p:sp>
        <p:nvSpPr>
          <p:cNvPr id="854" name="Google Shape;854;p18"/>
          <p:cNvSpPr txBox="1">
            <a:spLocks noGrp="1"/>
          </p:cNvSpPr>
          <p:nvPr>
            <p:ph type="title"/>
          </p:nvPr>
        </p:nvSpPr>
        <p:spPr>
          <a:xfrm>
            <a:off x="831851" y="1709740"/>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55" name="Google Shape;855;p18"/>
          <p:cNvSpPr txBox="1">
            <a:spLocks noGrp="1"/>
          </p:cNvSpPr>
          <p:nvPr>
            <p:ph type="body" idx="1"/>
          </p:nvPr>
        </p:nvSpPr>
        <p:spPr>
          <a:xfrm>
            <a:off x="831851" y="4589465"/>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rgbClr val="888888"/>
              </a:buClr>
              <a:buSzPts val="2400"/>
              <a:buNone/>
              <a:defRPr sz="2400">
                <a:solidFill>
                  <a:srgbClr val="888888"/>
                </a:solidFill>
              </a:defRPr>
            </a:lvl1pPr>
            <a:lvl2pPr marL="914400" lvl="1" indent="-228600" algn="l" rtl="0">
              <a:lnSpc>
                <a:spcPct val="90000"/>
              </a:lnSpc>
              <a:spcBef>
                <a:spcPts val="500"/>
              </a:spcBef>
              <a:spcAft>
                <a:spcPts val="0"/>
              </a:spcAft>
              <a:buClr>
                <a:srgbClr val="888888"/>
              </a:buClr>
              <a:buSzPts val="2000"/>
              <a:buNone/>
              <a:defRPr sz="2000">
                <a:solidFill>
                  <a:srgbClr val="888888"/>
                </a:solidFill>
              </a:defRPr>
            </a:lvl2pPr>
            <a:lvl3pPr marL="1371600" lvl="2" indent="-228600" algn="l" rtl="0">
              <a:lnSpc>
                <a:spcPct val="90000"/>
              </a:lnSpc>
              <a:spcBef>
                <a:spcPts val="500"/>
              </a:spcBef>
              <a:spcAft>
                <a:spcPts val="0"/>
              </a:spcAft>
              <a:buClr>
                <a:srgbClr val="888888"/>
              </a:buClr>
              <a:buSzPts val="1800"/>
              <a:buNone/>
              <a:defRPr sz="1800">
                <a:solidFill>
                  <a:srgbClr val="888888"/>
                </a:solidFill>
              </a:defRPr>
            </a:lvl3pPr>
            <a:lvl4pPr marL="1828800" lvl="3" indent="-228600" algn="l" rtl="0">
              <a:lnSpc>
                <a:spcPct val="90000"/>
              </a:lnSpc>
              <a:spcBef>
                <a:spcPts val="500"/>
              </a:spcBef>
              <a:spcAft>
                <a:spcPts val="0"/>
              </a:spcAft>
              <a:buClr>
                <a:srgbClr val="888888"/>
              </a:buClr>
              <a:buSzPts val="1600"/>
              <a:buNone/>
              <a:defRPr sz="1600">
                <a:solidFill>
                  <a:srgbClr val="888888"/>
                </a:solidFill>
              </a:defRPr>
            </a:lvl4pPr>
            <a:lvl5pPr marL="2286000" lvl="4" indent="-228600" algn="l" rtl="0">
              <a:lnSpc>
                <a:spcPct val="90000"/>
              </a:lnSpc>
              <a:spcBef>
                <a:spcPts val="500"/>
              </a:spcBef>
              <a:spcAft>
                <a:spcPts val="0"/>
              </a:spcAft>
              <a:buClr>
                <a:srgbClr val="888888"/>
              </a:buClr>
              <a:buSzPts val="1600"/>
              <a:buNone/>
              <a:defRPr sz="1600">
                <a:solidFill>
                  <a:srgbClr val="888888"/>
                </a:solidFill>
              </a:defRPr>
            </a:lvl5pPr>
            <a:lvl6pPr marL="2743200" lvl="5" indent="-228600" algn="l" rtl="0">
              <a:lnSpc>
                <a:spcPct val="90000"/>
              </a:lnSpc>
              <a:spcBef>
                <a:spcPts val="500"/>
              </a:spcBef>
              <a:spcAft>
                <a:spcPts val="0"/>
              </a:spcAft>
              <a:buClr>
                <a:srgbClr val="888888"/>
              </a:buClr>
              <a:buSzPts val="1600"/>
              <a:buNone/>
              <a:defRPr sz="1600">
                <a:solidFill>
                  <a:srgbClr val="888888"/>
                </a:solidFill>
              </a:defRPr>
            </a:lvl6pPr>
            <a:lvl7pPr marL="3200400" lvl="6" indent="-228600" algn="l" rtl="0">
              <a:lnSpc>
                <a:spcPct val="90000"/>
              </a:lnSpc>
              <a:spcBef>
                <a:spcPts val="500"/>
              </a:spcBef>
              <a:spcAft>
                <a:spcPts val="0"/>
              </a:spcAft>
              <a:buClr>
                <a:srgbClr val="888888"/>
              </a:buClr>
              <a:buSzPts val="1600"/>
              <a:buNone/>
              <a:defRPr sz="1600">
                <a:solidFill>
                  <a:srgbClr val="888888"/>
                </a:solidFill>
              </a:defRPr>
            </a:lvl7pPr>
            <a:lvl8pPr marL="3657600" lvl="7" indent="-228600" algn="l" rtl="0">
              <a:lnSpc>
                <a:spcPct val="90000"/>
              </a:lnSpc>
              <a:spcBef>
                <a:spcPts val="500"/>
              </a:spcBef>
              <a:spcAft>
                <a:spcPts val="0"/>
              </a:spcAft>
              <a:buClr>
                <a:srgbClr val="888888"/>
              </a:buClr>
              <a:buSzPts val="1600"/>
              <a:buNone/>
              <a:defRPr sz="1600">
                <a:solidFill>
                  <a:srgbClr val="888888"/>
                </a:solidFill>
              </a:defRPr>
            </a:lvl8pPr>
            <a:lvl9pPr marL="4114800" lvl="8" indent="-228600" algn="l" rtl="0">
              <a:lnSpc>
                <a:spcPct val="90000"/>
              </a:lnSpc>
              <a:spcBef>
                <a:spcPts val="500"/>
              </a:spcBef>
              <a:spcAft>
                <a:spcPts val="0"/>
              </a:spcAft>
              <a:buClr>
                <a:srgbClr val="888888"/>
              </a:buClr>
              <a:buSzPts val="1600"/>
              <a:buNone/>
              <a:defRPr sz="1600">
                <a:solidFill>
                  <a:srgbClr val="888888"/>
                </a:solidFill>
              </a:defRPr>
            </a:lvl9pPr>
          </a:lstStyle>
          <a:p>
            <a:pPr lvl="0"/>
            <a:r>
              <a:rPr lang="en-US"/>
              <a:t>Click to edit Master text styles</a:t>
            </a:r>
          </a:p>
        </p:txBody>
      </p:sp>
      <p:sp>
        <p:nvSpPr>
          <p:cNvPr id="856" name="Google Shape;856;p18"/>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7" name="Google Shape;857;p18"/>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8" name="Google Shape;858;p18"/>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19048251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wo Content" type="twoObj" preserve="1">
  <p:cSld name="Two Content">
    <p:spTree>
      <p:nvGrpSpPr>
        <p:cNvPr id="1" name="Shape 859"/>
        <p:cNvGrpSpPr/>
        <p:nvPr/>
      </p:nvGrpSpPr>
      <p:grpSpPr>
        <a:xfrm>
          <a:off x="0" y="0"/>
          <a:ext cx="0" cy="0"/>
          <a:chOff x="0" y="0"/>
          <a:chExt cx="0" cy="0"/>
        </a:xfrm>
      </p:grpSpPr>
      <p:sp>
        <p:nvSpPr>
          <p:cNvPr id="860" name="Google Shape;860;p19"/>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61" name="Google Shape;861;p19"/>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862" name="Google Shape;862;p19"/>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863" name="Google Shape;863;p19"/>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64" name="Google Shape;864;p19"/>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65" name="Google Shape;865;p19"/>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22981068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mparison" type="twoTxTwoObj" preserve="1">
  <p:cSld name="Comparison">
    <p:spTree>
      <p:nvGrpSpPr>
        <p:cNvPr id="1" name="Shape 866"/>
        <p:cNvGrpSpPr/>
        <p:nvPr/>
      </p:nvGrpSpPr>
      <p:grpSpPr>
        <a:xfrm>
          <a:off x="0" y="0"/>
          <a:ext cx="0" cy="0"/>
          <a:chOff x="0" y="0"/>
          <a:chExt cx="0" cy="0"/>
        </a:xfrm>
      </p:grpSpPr>
      <p:sp>
        <p:nvSpPr>
          <p:cNvPr id="867" name="Google Shape;867;p20"/>
          <p:cNvSpPr txBox="1">
            <a:spLocks noGrp="1"/>
          </p:cNvSpPr>
          <p:nvPr>
            <p:ph type="title"/>
          </p:nvPr>
        </p:nvSpPr>
        <p:spPr>
          <a:xfrm>
            <a:off x="839788"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68" name="Google Shape;868;p20"/>
          <p:cNvSpPr txBox="1">
            <a:spLocks noGrp="1"/>
          </p:cNvSpPr>
          <p:nvPr>
            <p:ph type="body" idx="1"/>
          </p:nvPr>
        </p:nvSpPr>
        <p:spPr>
          <a:xfrm>
            <a:off x="839789"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pPr lvl="0"/>
            <a:r>
              <a:rPr lang="en-US"/>
              <a:t>Click to edit Master text styles</a:t>
            </a:r>
          </a:p>
        </p:txBody>
      </p:sp>
      <p:sp>
        <p:nvSpPr>
          <p:cNvPr id="869" name="Google Shape;869;p20"/>
          <p:cNvSpPr txBox="1">
            <a:spLocks noGrp="1"/>
          </p:cNvSpPr>
          <p:nvPr>
            <p:ph type="body" idx="2"/>
          </p:nvPr>
        </p:nvSpPr>
        <p:spPr>
          <a:xfrm>
            <a:off x="839789"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870" name="Google Shape;870;p20"/>
          <p:cNvSpPr txBox="1">
            <a:spLocks noGrp="1"/>
          </p:cNvSpPr>
          <p:nvPr>
            <p:ph type="body" idx="3"/>
          </p:nvPr>
        </p:nvSpPr>
        <p:spPr>
          <a:xfrm>
            <a:off x="6172201"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pPr lvl="0"/>
            <a:r>
              <a:rPr lang="en-US"/>
              <a:t>Click to edit Master text styles</a:t>
            </a:r>
          </a:p>
        </p:txBody>
      </p:sp>
      <p:sp>
        <p:nvSpPr>
          <p:cNvPr id="871" name="Google Shape;871;p20"/>
          <p:cNvSpPr txBox="1">
            <a:spLocks noGrp="1"/>
          </p:cNvSpPr>
          <p:nvPr>
            <p:ph type="body" idx="4"/>
          </p:nvPr>
        </p:nvSpPr>
        <p:spPr>
          <a:xfrm>
            <a:off x="6172201"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872" name="Google Shape;872;p20"/>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73" name="Google Shape;873;p20"/>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74" name="Google Shape;874;p20"/>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2443353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type="titleOnly" preserve="1">
  <p:cSld name="Title Only">
    <p:spTree>
      <p:nvGrpSpPr>
        <p:cNvPr id="1" name="Shape 875"/>
        <p:cNvGrpSpPr/>
        <p:nvPr/>
      </p:nvGrpSpPr>
      <p:grpSpPr>
        <a:xfrm>
          <a:off x="0" y="0"/>
          <a:ext cx="0" cy="0"/>
          <a:chOff x="0" y="0"/>
          <a:chExt cx="0" cy="0"/>
        </a:xfrm>
      </p:grpSpPr>
      <p:sp>
        <p:nvSpPr>
          <p:cNvPr id="876" name="Google Shape;876;p21"/>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77" name="Google Shape;877;p21"/>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78" name="Google Shape;878;p21"/>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79" name="Google Shape;879;p21"/>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24587634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reserve="1">
  <p:cSld name="Blank">
    <p:spTree>
      <p:nvGrpSpPr>
        <p:cNvPr id="1" name="Shape 880"/>
        <p:cNvGrpSpPr/>
        <p:nvPr/>
      </p:nvGrpSpPr>
      <p:grpSpPr>
        <a:xfrm>
          <a:off x="0" y="0"/>
          <a:ext cx="0" cy="0"/>
          <a:chOff x="0" y="0"/>
          <a:chExt cx="0" cy="0"/>
        </a:xfrm>
      </p:grpSpPr>
      <p:sp>
        <p:nvSpPr>
          <p:cNvPr id="881" name="Google Shape;881;p22"/>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82" name="Google Shape;882;p22"/>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83" name="Google Shape;883;p22"/>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39413940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ntent with Caption" type="objTx" preserve="1">
  <p:cSld name="Content with Caption">
    <p:spTree>
      <p:nvGrpSpPr>
        <p:cNvPr id="1" name="Shape 884"/>
        <p:cNvGrpSpPr/>
        <p:nvPr/>
      </p:nvGrpSpPr>
      <p:grpSpPr>
        <a:xfrm>
          <a:off x="0" y="0"/>
          <a:ext cx="0" cy="0"/>
          <a:chOff x="0" y="0"/>
          <a:chExt cx="0" cy="0"/>
        </a:xfrm>
      </p:grpSpPr>
      <p:sp>
        <p:nvSpPr>
          <p:cNvPr id="885" name="Google Shape;885;p23"/>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oppins"/>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86" name="Google Shape;886;p23"/>
          <p:cNvSpPr txBox="1">
            <a:spLocks noGrp="1"/>
          </p:cNvSpPr>
          <p:nvPr>
            <p:ph type="body" idx="1"/>
          </p:nvPr>
        </p:nvSpPr>
        <p:spPr>
          <a:xfrm>
            <a:off x="5183188" y="987427"/>
            <a:ext cx="6172200" cy="4873500"/>
          </a:xfrm>
          <a:prstGeom prst="rect">
            <a:avLst/>
          </a:prstGeom>
          <a:noFill/>
          <a:ln>
            <a:noFill/>
          </a:ln>
        </p:spPr>
        <p:txBody>
          <a:bodyPr spcFirstLastPara="1" wrap="square" lIns="91425" tIns="45700" rIns="91425" bIns="45700" anchor="t" anchorCtr="0">
            <a:normAutofit/>
          </a:bodyPr>
          <a:lstStyle>
            <a:lvl1pPr marL="457200" lvl="0" indent="-431800" algn="l" rtl="0">
              <a:lnSpc>
                <a:spcPct val="90000"/>
              </a:lnSpc>
              <a:spcBef>
                <a:spcPts val="1000"/>
              </a:spcBef>
              <a:spcAft>
                <a:spcPts val="0"/>
              </a:spcAft>
              <a:buClr>
                <a:schemeClr val="dk1"/>
              </a:buClr>
              <a:buSzPts val="3200"/>
              <a:buChar char="•"/>
              <a:defRPr sz="3200"/>
            </a:lvl1pPr>
            <a:lvl2pPr marL="914400" lvl="1" indent="-406400" algn="l" rtl="0">
              <a:lnSpc>
                <a:spcPct val="90000"/>
              </a:lnSpc>
              <a:spcBef>
                <a:spcPts val="500"/>
              </a:spcBef>
              <a:spcAft>
                <a:spcPts val="0"/>
              </a:spcAft>
              <a:buClr>
                <a:schemeClr val="dk1"/>
              </a:buClr>
              <a:buSzPts val="2800"/>
              <a:buChar char="•"/>
              <a:defRPr sz="2800"/>
            </a:lvl2pPr>
            <a:lvl3pPr marL="1371600" lvl="2" indent="-381000" algn="l" rtl="0">
              <a:lnSpc>
                <a:spcPct val="90000"/>
              </a:lnSpc>
              <a:spcBef>
                <a:spcPts val="500"/>
              </a:spcBef>
              <a:spcAft>
                <a:spcPts val="0"/>
              </a:spcAft>
              <a:buClr>
                <a:schemeClr val="dk1"/>
              </a:buClr>
              <a:buSzPts val="2400"/>
              <a:buChar char="•"/>
              <a:defRPr sz="2400"/>
            </a:lvl3pPr>
            <a:lvl4pPr marL="1828800" lvl="3" indent="-355600" algn="l" rtl="0">
              <a:lnSpc>
                <a:spcPct val="90000"/>
              </a:lnSpc>
              <a:spcBef>
                <a:spcPts val="500"/>
              </a:spcBef>
              <a:spcAft>
                <a:spcPts val="0"/>
              </a:spcAft>
              <a:buClr>
                <a:schemeClr val="dk1"/>
              </a:buClr>
              <a:buSzPts val="2000"/>
              <a:buChar char="•"/>
              <a:defRPr sz="2000"/>
            </a:lvl4pPr>
            <a:lvl5pPr marL="2286000" lvl="4" indent="-355600" algn="l" rtl="0">
              <a:lnSpc>
                <a:spcPct val="90000"/>
              </a:lnSpc>
              <a:spcBef>
                <a:spcPts val="500"/>
              </a:spcBef>
              <a:spcAft>
                <a:spcPts val="0"/>
              </a:spcAft>
              <a:buClr>
                <a:schemeClr val="dk1"/>
              </a:buClr>
              <a:buSzPts val="2000"/>
              <a:buChar char="•"/>
              <a:defRPr sz="2000"/>
            </a:lvl5pPr>
            <a:lvl6pPr marL="2743200" lvl="5" indent="-355600" algn="l" rtl="0">
              <a:lnSpc>
                <a:spcPct val="90000"/>
              </a:lnSpc>
              <a:spcBef>
                <a:spcPts val="500"/>
              </a:spcBef>
              <a:spcAft>
                <a:spcPts val="0"/>
              </a:spcAft>
              <a:buClr>
                <a:schemeClr val="dk1"/>
              </a:buClr>
              <a:buSzPts val="2000"/>
              <a:buChar char="•"/>
              <a:defRPr sz="2000"/>
            </a:lvl6pPr>
            <a:lvl7pPr marL="3200400" lvl="6" indent="-355600" algn="l" rtl="0">
              <a:lnSpc>
                <a:spcPct val="90000"/>
              </a:lnSpc>
              <a:spcBef>
                <a:spcPts val="500"/>
              </a:spcBef>
              <a:spcAft>
                <a:spcPts val="0"/>
              </a:spcAft>
              <a:buClr>
                <a:schemeClr val="dk1"/>
              </a:buClr>
              <a:buSzPts val="2000"/>
              <a:buChar char="•"/>
              <a:defRPr sz="2000"/>
            </a:lvl7pPr>
            <a:lvl8pPr marL="3657600" lvl="7" indent="-355600" algn="l" rtl="0">
              <a:lnSpc>
                <a:spcPct val="90000"/>
              </a:lnSpc>
              <a:spcBef>
                <a:spcPts val="500"/>
              </a:spcBef>
              <a:spcAft>
                <a:spcPts val="0"/>
              </a:spcAft>
              <a:buClr>
                <a:schemeClr val="dk1"/>
              </a:buClr>
              <a:buSzPts val="2000"/>
              <a:buChar char="•"/>
              <a:defRPr sz="2000"/>
            </a:lvl8pPr>
            <a:lvl9pPr marL="4114800" lvl="8" indent="-355600" algn="l" rtl="0">
              <a:lnSpc>
                <a:spcPct val="90000"/>
              </a:lnSpc>
              <a:spcBef>
                <a:spcPts val="500"/>
              </a:spcBef>
              <a:spcAft>
                <a:spcPts val="0"/>
              </a:spcAft>
              <a:buClr>
                <a:schemeClr val="dk1"/>
              </a:buClr>
              <a:buSzPts val="2000"/>
              <a:buChar char="•"/>
              <a:defRPr sz="2000"/>
            </a:lvl9pPr>
          </a:lstStyle>
          <a:p>
            <a:pPr lvl="0"/>
            <a:r>
              <a:rPr lang="en-US"/>
              <a:t>Click to edit Master text styles</a:t>
            </a:r>
          </a:p>
        </p:txBody>
      </p:sp>
      <p:sp>
        <p:nvSpPr>
          <p:cNvPr id="887" name="Google Shape;887;p23"/>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pPr lvl="0"/>
            <a:r>
              <a:rPr lang="en-US"/>
              <a:t>Click to edit Master text styles</a:t>
            </a:r>
          </a:p>
        </p:txBody>
      </p:sp>
      <p:sp>
        <p:nvSpPr>
          <p:cNvPr id="888" name="Google Shape;888;p23"/>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89" name="Google Shape;889;p23"/>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90" name="Google Shape;890;p23"/>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16080456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Picture with Caption" type="picTx" preserve="1">
  <p:cSld name="Picture with Caption">
    <p:spTree>
      <p:nvGrpSpPr>
        <p:cNvPr id="1" name="Shape 891"/>
        <p:cNvGrpSpPr/>
        <p:nvPr/>
      </p:nvGrpSpPr>
      <p:grpSpPr>
        <a:xfrm>
          <a:off x="0" y="0"/>
          <a:ext cx="0" cy="0"/>
          <a:chOff x="0" y="0"/>
          <a:chExt cx="0" cy="0"/>
        </a:xfrm>
      </p:grpSpPr>
      <p:sp>
        <p:nvSpPr>
          <p:cNvPr id="892" name="Google Shape;892;p24"/>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oppins"/>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893" name="Google Shape;893;p24"/>
          <p:cNvSpPr>
            <a:spLocks noGrp="1"/>
          </p:cNvSpPr>
          <p:nvPr>
            <p:ph type="pic" idx="2"/>
          </p:nvPr>
        </p:nvSpPr>
        <p:spPr>
          <a:xfrm>
            <a:off x="5183188" y="987427"/>
            <a:ext cx="6172200" cy="4873500"/>
          </a:xfrm>
          <a:prstGeom prst="rect">
            <a:avLst/>
          </a:prstGeom>
          <a:noFill/>
          <a:ln>
            <a:noFill/>
          </a:ln>
        </p:spPr>
      </p:sp>
      <p:sp>
        <p:nvSpPr>
          <p:cNvPr id="894" name="Google Shape;894;p24"/>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pPr lvl="0"/>
            <a:r>
              <a:rPr lang="en-US"/>
              <a:t>Click to edit Master text styles</a:t>
            </a:r>
          </a:p>
        </p:txBody>
      </p:sp>
      <p:sp>
        <p:nvSpPr>
          <p:cNvPr id="895" name="Google Shape;895;p24"/>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96" name="Google Shape;896;p24"/>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97" name="Google Shape;897;p24"/>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386186496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Vertical Text" type="vertTx" preserve="1">
  <p:cSld name="Title and Vertical Text">
    <p:spTree>
      <p:nvGrpSpPr>
        <p:cNvPr id="1" name="Shape 898"/>
        <p:cNvGrpSpPr/>
        <p:nvPr/>
      </p:nvGrpSpPr>
      <p:grpSpPr>
        <a:xfrm>
          <a:off x="0" y="0"/>
          <a:ext cx="0" cy="0"/>
          <a:chOff x="0" y="0"/>
          <a:chExt cx="0" cy="0"/>
        </a:xfrm>
      </p:grpSpPr>
      <p:sp>
        <p:nvSpPr>
          <p:cNvPr id="899" name="Google Shape;899;p25"/>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900" name="Google Shape;900;p25"/>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901" name="Google Shape;901;p25"/>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02" name="Google Shape;902;p25"/>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03" name="Google Shape;903;p25"/>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216985159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Vertical Title and Text" type="vertTitleAndTx" preserve="1">
  <p:cSld name="Vertical Title and Text">
    <p:spTree>
      <p:nvGrpSpPr>
        <p:cNvPr id="1" name="Shape 904"/>
        <p:cNvGrpSpPr/>
        <p:nvPr/>
      </p:nvGrpSpPr>
      <p:grpSpPr>
        <a:xfrm>
          <a:off x="0" y="0"/>
          <a:ext cx="0" cy="0"/>
          <a:chOff x="0" y="0"/>
          <a:chExt cx="0" cy="0"/>
        </a:xfrm>
      </p:grpSpPr>
      <p:sp>
        <p:nvSpPr>
          <p:cNvPr id="905" name="Google Shape;905;p26"/>
          <p:cNvSpPr txBox="1">
            <a:spLocks noGrp="1"/>
          </p:cNvSpPr>
          <p:nvPr>
            <p:ph type="title"/>
          </p:nvPr>
        </p:nvSpPr>
        <p:spPr>
          <a:xfrm rot="5400000">
            <a:off x="7133401" y="1956625"/>
            <a:ext cx="5811900" cy="2628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906" name="Google Shape;906;p26"/>
          <p:cNvSpPr txBox="1">
            <a:spLocks noGrp="1"/>
          </p:cNvSpPr>
          <p:nvPr>
            <p:ph type="body" idx="1"/>
          </p:nvPr>
        </p:nvSpPr>
        <p:spPr>
          <a:xfrm rot="5400000">
            <a:off x="1799401"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907" name="Google Shape;907;p26"/>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08" name="Google Shape;908;p26"/>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09" name="Google Shape;909;p26"/>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98153806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293745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Slide" preserve="1">
  <p:cSld name="Title Slide">
    <p:spTree>
      <p:nvGrpSpPr>
        <p:cNvPr id="1" name="Shape 919"/>
        <p:cNvGrpSpPr/>
        <p:nvPr/>
      </p:nvGrpSpPr>
      <p:grpSpPr>
        <a:xfrm>
          <a:off x="0" y="0"/>
          <a:ext cx="0" cy="0"/>
          <a:chOff x="0" y="0"/>
          <a:chExt cx="0" cy="0"/>
        </a:xfrm>
      </p:grpSpPr>
      <p:sp>
        <p:nvSpPr>
          <p:cNvPr id="920" name="Google Shape;920;p28"/>
          <p:cNvSpPr txBox="1">
            <a:spLocks noGrp="1"/>
          </p:cNvSpPr>
          <p:nvPr>
            <p:ph type="ctrTitle"/>
          </p:nvPr>
        </p:nvSpPr>
        <p:spPr>
          <a:xfrm>
            <a:off x="3482340" y="3911285"/>
            <a:ext cx="9144000" cy="12780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lt1"/>
              </a:buClr>
              <a:buSzPts val="6000"/>
              <a:buFont typeface="Garamond"/>
              <a:buNone/>
              <a:defRPr sz="6000">
                <a:solidFill>
                  <a:schemeClr val="lt1"/>
                </a:solidFill>
                <a:latin typeface="Garamond"/>
                <a:ea typeface="Garamond"/>
                <a:cs typeface="Garamond"/>
                <a:sym typeface="Garamo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Tree>
    <p:extLst>
      <p:ext uri="{BB962C8B-B14F-4D97-AF65-F5344CB8AC3E}">
        <p14:creationId xmlns:p14="http://schemas.microsoft.com/office/powerpoint/2010/main" val="291531470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139603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Slide" preserve="1">
  <p:cSld name="Title Slide">
    <p:spTree>
      <p:nvGrpSpPr>
        <p:cNvPr id="1" name="Shape 933"/>
        <p:cNvGrpSpPr/>
        <p:nvPr/>
      </p:nvGrpSpPr>
      <p:grpSpPr>
        <a:xfrm>
          <a:off x="0" y="0"/>
          <a:ext cx="0" cy="0"/>
          <a:chOff x="0" y="0"/>
          <a:chExt cx="0" cy="0"/>
        </a:xfrm>
      </p:grpSpPr>
      <p:sp>
        <p:nvSpPr>
          <p:cNvPr id="934" name="Google Shape;934;p30"/>
          <p:cNvSpPr txBox="1">
            <a:spLocks noGrp="1"/>
          </p:cNvSpPr>
          <p:nvPr>
            <p:ph type="ctrTitle"/>
          </p:nvPr>
        </p:nvSpPr>
        <p:spPr>
          <a:xfrm>
            <a:off x="3482340" y="3911285"/>
            <a:ext cx="9144000" cy="12780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lt1"/>
              </a:buClr>
              <a:buSzPts val="6000"/>
              <a:buFont typeface="Garamond"/>
              <a:buNone/>
              <a:defRPr sz="6000">
                <a:solidFill>
                  <a:schemeClr val="lt1"/>
                </a:solidFill>
                <a:latin typeface="Garamond"/>
                <a:ea typeface="Garamond"/>
                <a:cs typeface="Garamond"/>
                <a:sym typeface="Garamo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Tree>
    <p:extLst>
      <p:ext uri="{BB962C8B-B14F-4D97-AF65-F5344CB8AC3E}">
        <p14:creationId xmlns:p14="http://schemas.microsoft.com/office/powerpoint/2010/main" val="33023903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1_Title Slide" type="title" preserve="1">
  <p:cSld name="1_Title Slide">
    <p:spTree>
      <p:nvGrpSpPr>
        <p:cNvPr id="1" name="Shape 935"/>
        <p:cNvGrpSpPr/>
        <p:nvPr/>
      </p:nvGrpSpPr>
      <p:grpSpPr>
        <a:xfrm>
          <a:off x="0" y="0"/>
          <a:ext cx="0" cy="0"/>
          <a:chOff x="0" y="0"/>
          <a:chExt cx="0" cy="0"/>
        </a:xfrm>
      </p:grpSpPr>
      <p:sp>
        <p:nvSpPr>
          <p:cNvPr id="936" name="Google Shape;936;p31"/>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937" name="Google Shape;937;p31"/>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1000"/>
              </a:spcBef>
              <a:spcAft>
                <a:spcPts val="0"/>
              </a:spcAft>
              <a:buClr>
                <a:schemeClr val="dk1"/>
              </a:buClr>
              <a:buSzPts val="2400"/>
              <a:buNone/>
              <a:defRPr sz="2400"/>
            </a:lvl1pPr>
            <a:lvl2pPr lvl="1" algn="ctr" rtl="0">
              <a:lnSpc>
                <a:spcPct val="90000"/>
              </a:lnSpc>
              <a:spcBef>
                <a:spcPts val="500"/>
              </a:spcBef>
              <a:spcAft>
                <a:spcPts val="0"/>
              </a:spcAft>
              <a:buClr>
                <a:schemeClr val="dk1"/>
              </a:buClr>
              <a:buSzPts val="2000"/>
              <a:buNone/>
              <a:defRPr sz="2000"/>
            </a:lvl2pPr>
            <a:lvl3pPr lvl="2" algn="ctr" rtl="0">
              <a:lnSpc>
                <a:spcPct val="90000"/>
              </a:lnSpc>
              <a:spcBef>
                <a:spcPts val="500"/>
              </a:spcBef>
              <a:spcAft>
                <a:spcPts val="0"/>
              </a:spcAft>
              <a:buClr>
                <a:schemeClr val="dk1"/>
              </a:buClr>
              <a:buSzPts val="1800"/>
              <a:buNone/>
              <a:defRPr sz="1800"/>
            </a:lvl3pPr>
            <a:lvl4pPr lvl="3" algn="ctr" rtl="0">
              <a:lnSpc>
                <a:spcPct val="90000"/>
              </a:lnSpc>
              <a:spcBef>
                <a:spcPts val="500"/>
              </a:spcBef>
              <a:spcAft>
                <a:spcPts val="0"/>
              </a:spcAft>
              <a:buClr>
                <a:schemeClr val="dk1"/>
              </a:buClr>
              <a:buSzPts val="1600"/>
              <a:buNone/>
              <a:defRPr sz="1600"/>
            </a:lvl4pPr>
            <a:lvl5pPr lvl="4" algn="ctr" rtl="0">
              <a:lnSpc>
                <a:spcPct val="90000"/>
              </a:lnSpc>
              <a:spcBef>
                <a:spcPts val="500"/>
              </a:spcBef>
              <a:spcAft>
                <a:spcPts val="0"/>
              </a:spcAft>
              <a:buClr>
                <a:schemeClr val="dk1"/>
              </a:buClr>
              <a:buSzPts val="1600"/>
              <a:buNone/>
              <a:defRPr sz="1600"/>
            </a:lvl5pPr>
            <a:lvl6pPr lvl="5" algn="ctr" rtl="0">
              <a:lnSpc>
                <a:spcPct val="90000"/>
              </a:lnSpc>
              <a:spcBef>
                <a:spcPts val="500"/>
              </a:spcBef>
              <a:spcAft>
                <a:spcPts val="0"/>
              </a:spcAft>
              <a:buClr>
                <a:schemeClr val="dk1"/>
              </a:buClr>
              <a:buSzPts val="1600"/>
              <a:buNone/>
              <a:defRPr sz="1600"/>
            </a:lvl6pPr>
            <a:lvl7pPr lvl="6" algn="ctr" rtl="0">
              <a:lnSpc>
                <a:spcPct val="90000"/>
              </a:lnSpc>
              <a:spcBef>
                <a:spcPts val="500"/>
              </a:spcBef>
              <a:spcAft>
                <a:spcPts val="0"/>
              </a:spcAft>
              <a:buClr>
                <a:schemeClr val="dk1"/>
              </a:buClr>
              <a:buSzPts val="1600"/>
              <a:buNone/>
              <a:defRPr sz="1600"/>
            </a:lvl7pPr>
            <a:lvl8pPr lvl="7" algn="ctr" rtl="0">
              <a:lnSpc>
                <a:spcPct val="90000"/>
              </a:lnSpc>
              <a:spcBef>
                <a:spcPts val="500"/>
              </a:spcBef>
              <a:spcAft>
                <a:spcPts val="0"/>
              </a:spcAft>
              <a:buClr>
                <a:schemeClr val="dk1"/>
              </a:buClr>
              <a:buSzPts val="1600"/>
              <a:buNone/>
              <a:defRPr sz="1600"/>
            </a:lvl8pPr>
            <a:lvl9pPr lvl="8" algn="ctr" rtl="0">
              <a:lnSpc>
                <a:spcPct val="90000"/>
              </a:lnSpc>
              <a:spcBef>
                <a:spcPts val="500"/>
              </a:spcBef>
              <a:spcAft>
                <a:spcPts val="0"/>
              </a:spcAft>
              <a:buClr>
                <a:schemeClr val="dk1"/>
              </a:buClr>
              <a:buSzPts val="1600"/>
              <a:buNone/>
              <a:defRPr sz="1600"/>
            </a:lvl9pPr>
          </a:lstStyle>
          <a:p>
            <a:r>
              <a:rPr lang="en-US"/>
              <a:t>Click to edit Master subtitle style</a:t>
            </a:r>
            <a:endParaRPr/>
          </a:p>
        </p:txBody>
      </p:sp>
      <p:sp>
        <p:nvSpPr>
          <p:cNvPr id="938" name="Google Shape;938;p31"/>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39" name="Google Shape;939;p31"/>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40" name="Google Shape;940;p31"/>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336082584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Slide" type="title" preserve="1">
  <p:cSld name="Title Slide">
    <p:spTree>
      <p:nvGrpSpPr>
        <p:cNvPr id="1" name="Shape 950"/>
        <p:cNvGrpSpPr/>
        <p:nvPr/>
      </p:nvGrpSpPr>
      <p:grpSpPr>
        <a:xfrm>
          <a:off x="0" y="0"/>
          <a:ext cx="0" cy="0"/>
          <a:chOff x="0" y="0"/>
          <a:chExt cx="0" cy="0"/>
        </a:xfrm>
      </p:grpSpPr>
      <p:sp>
        <p:nvSpPr>
          <p:cNvPr id="951" name="Google Shape;951;p33"/>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952" name="Google Shape;952;p33"/>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1000"/>
              </a:spcBef>
              <a:spcAft>
                <a:spcPts val="0"/>
              </a:spcAft>
              <a:buClr>
                <a:schemeClr val="dk1"/>
              </a:buClr>
              <a:buSzPts val="2400"/>
              <a:buNone/>
              <a:defRPr sz="2400"/>
            </a:lvl1pPr>
            <a:lvl2pPr lvl="1" algn="ctr" rtl="0">
              <a:lnSpc>
                <a:spcPct val="90000"/>
              </a:lnSpc>
              <a:spcBef>
                <a:spcPts val="500"/>
              </a:spcBef>
              <a:spcAft>
                <a:spcPts val="0"/>
              </a:spcAft>
              <a:buClr>
                <a:schemeClr val="dk1"/>
              </a:buClr>
              <a:buSzPts val="2000"/>
              <a:buNone/>
              <a:defRPr sz="2000"/>
            </a:lvl2pPr>
            <a:lvl3pPr lvl="2" algn="ctr" rtl="0">
              <a:lnSpc>
                <a:spcPct val="90000"/>
              </a:lnSpc>
              <a:spcBef>
                <a:spcPts val="500"/>
              </a:spcBef>
              <a:spcAft>
                <a:spcPts val="0"/>
              </a:spcAft>
              <a:buClr>
                <a:schemeClr val="dk1"/>
              </a:buClr>
              <a:buSzPts val="1800"/>
              <a:buNone/>
              <a:defRPr sz="1800"/>
            </a:lvl3pPr>
            <a:lvl4pPr lvl="3" algn="ctr" rtl="0">
              <a:lnSpc>
                <a:spcPct val="90000"/>
              </a:lnSpc>
              <a:spcBef>
                <a:spcPts val="500"/>
              </a:spcBef>
              <a:spcAft>
                <a:spcPts val="0"/>
              </a:spcAft>
              <a:buClr>
                <a:schemeClr val="dk1"/>
              </a:buClr>
              <a:buSzPts val="1600"/>
              <a:buNone/>
              <a:defRPr sz="1600"/>
            </a:lvl4pPr>
            <a:lvl5pPr lvl="4" algn="ctr" rtl="0">
              <a:lnSpc>
                <a:spcPct val="90000"/>
              </a:lnSpc>
              <a:spcBef>
                <a:spcPts val="500"/>
              </a:spcBef>
              <a:spcAft>
                <a:spcPts val="0"/>
              </a:spcAft>
              <a:buClr>
                <a:schemeClr val="dk1"/>
              </a:buClr>
              <a:buSzPts val="1600"/>
              <a:buNone/>
              <a:defRPr sz="1600"/>
            </a:lvl5pPr>
            <a:lvl6pPr lvl="5" algn="ctr" rtl="0">
              <a:lnSpc>
                <a:spcPct val="90000"/>
              </a:lnSpc>
              <a:spcBef>
                <a:spcPts val="500"/>
              </a:spcBef>
              <a:spcAft>
                <a:spcPts val="0"/>
              </a:spcAft>
              <a:buClr>
                <a:schemeClr val="dk1"/>
              </a:buClr>
              <a:buSzPts val="1600"/>
              <a:buNone/>
              <a:defRPr sz="1600"/>
            </a:lvl6pPr>
            <a:lvl7pPr lvl="6" algn="ctr" rtl="0">
              <a:lnSpc>
                <a:spcPct val="90000"/>
              </a:lnSpc>
              <a:spcBef>
                <a:spcPts val="500"/>
              </a:spcBef>
              <a:spcAft>
                <a:spcPts val="0"/>
              </a:spcAft>
              <a:buClr>
                <a:schemeClr val="dk1"/>
              </a:buClr>
              <a:buSzPts val="1600"/>
              <a:buNone/>
              <a:defRPr sz="1600"/>
            </a:lvl7pPr>
            <a:lvl8pPr lvl="7" algn="ctr" rtl="0">
              <a:lnSpc>
                <a:spcPct val="90000"/>
              </a:lnSpc>
              <a:spcBef>
                <a:spcPts val="500"/>
              </a:spcBef>
              <a:spcAft>
                <a:spcPts val="0"/>
              </a:spcAft>
              <a:buClr>
                <a:schemeClr val="dk1"/>
              </a:buClr>
              <a:buSzPts val="1600"/>
              <a:buNone/>
              <a:defRPr sz="1600"/>
            </a:lvl8pPr>
            <a:lvl9pPr lvl="8" algn="ctr" rtl="0">
              <a:lnSpc>
                <a:spcPct val="90000"/>
              </a:lnSpc>
              <a:spcBef>
                <a:spcPts val="500"/>
              </a:spcBef>
              <a:spcAft>
                <a:spcPts val="0"/>
              </a:spcAft>
              <a:buClr>
                <a:schemeClr val="dk1"/>
              </a:buClr>
              <a:buSzPts val="1600"/>
              <a:buNone/>
              <a:defRPr sz="1600"/>
            </a:lvl9pPr>
          </a:lstStyle>
          <a:p>
            <a:r>
              <a:rPr lang="en-US"/>
              <a:t>Click to edit Master subtitle style</a:t>
            </a:r>
            <a:endParaRPr/>
          </a:p>
        </p:txBody>
      </p:sp>
      <p:sp>
        <p:nvSpPr>
          <p:cNvPr id="953" name="Google Shape;953;p33"/>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54" name="Google Shape;954;p33"/>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55" name="Google Shape;955;p33"/>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400552646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Content" type="obj" preserve="1">
  <p:cSld name="Title and Content">
    <p:spTree>
      <p:nvGrpSpPr>
        <p:cNvPr id="1" name="Shape 956"/>
        <p:cNvGrpSpPr/>
        <p:nvPr/>
      </p:nvGrpSpPr>
      <p:grpSpPr>
        <a:xfrm>
          <a:off x="0" y="0"/>
          <a:ext cx="0" cy="0"/>
          <a:chOff x="0" y="0"/>
          <a:chExt cx="0" cy="0"/>
        </a:xfrm>
      </p:grpSpPr>
      <p:sp>
        <p:nvSpPr>
          <p:cNvPr id="957" name="Google Shape;957;p34"/>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958" name="Google Shape;958;p34"/>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406400" algn="l" rtl="0">
              <a:lnSpc>
                <a:spcPct val="90000"/>
              </a:lnSpc>
              <a:spcBef>
                <a:spcPts val="1000"/>
              </a:spcBef>
              <a:spcAft>
                <a:spcPts val="0"/>
              </a:spcAft>
              <a:buClr>
                <a:schemeClr val="dk1"/>
              </a:buClr>
              <a:buSzPts val="2800"/>
              <a:buChar char="•"/>
              <a:defRPr>
                <a:latin typeface="Avenir"/>
                <a:ea typeface="Avenir"/>
                <a:cs typeface="Avenir"/>
                <a:sym typeface="Avenir"/>
              </a:defRPr>
            </a:lvl1pPr>
            <a:lvl2pPr marL="914400" lvl="1" indent="-381000" algn="l" rtl="0">
              <a:lnSpc>
                <a:spcPct val="90000"/>
              </a:lnSpc>
              <a:spcBef>
                <a:spcPts val="500"/>
              </a:spcBef>
              <a:spcAft>
                <a:spcPts val="0"/>
              </a:spcAft>
              <a:buClr>
                <a:schemeClr val="dk1"/>
              </a:buClr>
              <a:buSzPts val="2400"/>
              <a:buChar char="•"/>
              <a:defRPr>
                <a:latin typeface="Avenir"/>
                <a:ea typeface="Avenir"/>
                <a:cs typeface="Avenir"/>
                <a:sym typeface="Avenir"/>
              </a:defRPr>
            </a:lvl2pPr>
            <a:lvl3pPr marL="1371600" lvl="2" indent="-355600" algn="l" rtl="0">
              <a:lnSpc>
                <a:spcPct val="90000"/>
              </a:lnSpc>
              <a:spcBef>
                <a:spcPts val="500"/>
              </a:spcBef>
              <a:spcAft>
                <a:spcPts val="0"/>
              </a:spcAft>
              <a:buClr>
                <a:schemeClr val="dk1"/>
              </a:buClr>
              <a:buSzPts val="2000"/>
              <a:buChar char="•"/>
              <a:defRPr>
                <a:latin typeface="Avenir"/>
                <a:ea typeface="Avenir"/>
                <a:cs typeface="Avenir"/>
                <a:sym typeface="Avenir"/>
              </a:defRPr>
            </a:lvl3pPr>
            <a:lvl4pPr marL="1828800" lvl="3" indent="-342900" algn="l" rtl="0">
              <a:lnSpc>
                <a:spcPct val="90000"/>
              </a:lnSpc>
              <a:spcBef>
                <a:spcPts val="500"/>
              </a:spcBef>
              <a:spcAft>
                <a:spcPts val="0"/>
              </a:spcAft>
              <a:buClr>
                <a:schemeClr val="dk1"/>
              </a:buClr>
              <a:buSzPts val="1800"/>
              <a:buChar char="•"/>
              <a:defRPr>
                <a:latin typeface="Avenir"/>
                <a:ea typeface="Avenir"/>
                <a:cs typeface="Avenir"/>
                <a:sym typeface="Avenir"/>
              </a:defRPr>
            </a:lvl4pPr>
            <a:lvl5pPr marL="2286000" lvl="4" indent="-342900" algn="l" rtl="0">
              <a:lnSpc>
                <a:spcPct val="90000"/>
              </a:lnSpc>
              <a:spcBef>
                <a:spcPts val="500"/>
              </a:spcBef>
              <a:spcAft>
                <a:spcPts val="0"/>
              </a:spcAft>
              <a:buClr>
                <a:schemeClr val="dk1"/>
              </a:buClr>
              <a:buSzPts val="1800"/>
              <a:buChar char="•"/>
              <a:defRPr>
                <a:latin typeface="Avenir"/>
                <a:ea typeface="Avenir"/>
                <a:cs typeface="Avenir"/>
                <a:sym typeface="Aveni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959" name="Google Shape;959;p34"/>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60" name="Google Shape;960;p34"/>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61" name="Google Shape;961;p34"/>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351764857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Section Header" type="secHead" preserve="1">
  <p:cSld name="Section Header">
    <p:spTree>
      <p:nvGrpSpPr>
        <p:cNvPr id="1" name="Shape 962"/>
        <p:cNvGrpSpPr/>
        <p:nvPr/>
      </p:nvGrpSpPr>
      <p:grpSpPr>
        <a:xfrm>
          <a:off x="0" y="0"/>
          <a:ext cx="0" cy="0"/>
          <a:chOff x="0" y="0"/>
          <a:chExt cx="0" cy="0"/>
        </a:xfrm>
      </p:grpSpPr>
      <p:sp>
        <p:nvSpPr>
          <p:cNvPr id="963" name="Google Shape;963;p35"/>
          <p:cNvSpPr txBox="1">
            <a:spLocks noGrp="1"/>
          </p:cNvSpPr>
          <p:nvPr>
            <p:ph type="title"/>
          </p:nvPr>
        </p:nvSpPr>
        <p:spPr>
          <a:xfrm>
            <a:off x="831851" y="1709740"/>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964" name="Google Shape;964;p35"/>
          <p:cNvSpPr txBox="1">
            <a:spLocks noGrp="1"/>
          </p:cNvSpPr>
          <p:nvPr>
            <p:ph type="body" idx="1"/>
          </p:nvPr>
        </p:nvSpPr>
        <p:spPr>
          <a:xfrm>
            <a:off x="831851" y="4589465"/>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rgbClr val="888888"/>
              </a:buClr>
              <a:buSzPts val="2400"/>
              <a:buNone/>
              <a:defRPr sz="2400">
                <a:solidFill>
                  <a:srgbClr val="888888"/>
                </a:solidFill>
              </a:defRPr>
            </a:lvl1pPr>
            <a:lvl2pPr marL="914400" lvl="1" indent="-228600" algn="l" rtl="0">
              <a:lnSpc>
                <a:spcPct val="90000"/>
              </a:lnSpc>
              <a:spcBef>
                <a:spcPts val="500"/>
              </a:spcBef>
              <a:spcAft>
                <a:spcPts val="0"/>
              </a:spcAft>
              <a:buClr>
                <a:srgbClr val="888888"/>
              </a:buClr>
              <a:buSzPts val="2000"/>
              <a:buNone/>
              <a:defRPr sz="2000">
                <a:solidFill>
                  <a:srgbClr val="888888"/>
                </a:solidFill>
              </a:defRPr>
            </a:lvl2pPr>
            <a:lvl3pPr marL="1371600" lvl="2" indent="-228600" algn="l" rtl="0">
              <a:lnSpc>
                <a:spcPct val="90000"/>
              </a:lnSpc>
              <a:spcBef>
                <a:spcPts val="500"/>
              </a:spcBef>
              <a:spcAft>
                <a:spcPts val="0"/>
              </a:spcAft>
              <a:buClr>
                <a:srgbClr val="888888"/>
              </a:buClr>
              <a:buSzPts val="1800"/>
              <a:buNone/>
              <a:defRPr sz="1800">
                <a:solidFill>
                  <a:srgbClr val="888888"/>
                </a:solidFill>
              </a:defRPr>
            </a:lvl3pPr>
            <a:lvl4pPr marL="1828800" lvl="3" indent="-228600" algn="l" rtl="0">
              <a:lnSpc>
                <a:spcPct val="90000"/>
              </a:lnSpc>
              <a:spcBef>
                <a:spcPts val="500"/>
              </a:spcBef>
              <a:spcAft>
                <a:spcPts val="0"/>
              </a:spcAft>
              <a:buClr>
                <a:srgbClr val="888888"/>
              </a:buClr>
              <a:buSzPts val="1600"/>
              <a:buNone/>
              <a:defRPr sz="1600">
                <a:solidFill>
                  <a:srgbClr val="888888"/>
                </a:solidFill>
              </a:defRPr>
            </a:lvl4pPr>
            <a:lvl5pPr marL="2286000" lvl="4" indent="-228600" algn="l" rtl="0">
              <a:lnSpc>
                <a:spcPct val="90000"/>
              </a:lnSpc>
              <a:spcBef>
                <a:spcPts val="500"/>
              </a:spcBef>
              <a:spcAft>
                <a:spcPts val="0"/>
              </a:spcAft>
              <a:buClr>
                <a:srgbClr val="888888"/>
              </a:buClr>
              <a:buSzPts val="1600"/>
              <a:buNone/>
              <a:defRPr sz="1600">
                <a:solidFill>
                  <a:srgbClr val="888888"/>
                </a:solidFill>
              </a:defRPr>
            </a:lvl5pPr>
            <a:lvl6pPr marL="2743200" lvl="5" indent="-228600" algn="l" rtl="0">
              <a:lnSpc>
                <a:spcPct val="90000"/>
              </a:lnSpc>
              <a:spcBef>
                <a:spcPts val="500"/>
              </a:spcBef>
              <a:spcAft>
                <a:spcPts val="0"/>
              </a:spcAft>
              <a:buClr>
                <a:srgbClr val="888888"/>
              </a:buClr>
              <a:buSzPts val="1600"/>
              <a:buNone/>
              <a:defRPr sz="1600">
                <a:solidFill>
                  <a:srgbClr val="888888"/>
                </a:solidFill>
              </a:defRPr>
            </a:lvl6pPr>
            <a:lvl7pPr marL="3200400" lvl="6" indent="-228600" algn="l" rtl="0">
              <a:lnSpc>
                <a:spcPct val="90000"/>
              </a:lnSpc>
              <a:spcBef>
                <a:spcPts val="500"/>
              </a:spcBef>
              <a:spcAft>
                <a:spcPts val="0"/>
              </a:spcAft>
              <a:buClr>
                <a:srgbClr val="888888"/>
              </a:buClr>
              <a:buSzPts val="1600"/>
              <a:buNone/>
              <a:defRPr sz="1600">
                <a:solidFill>
                  <a:srgbClr val="888888"/>
                </a:solidFill>
              </a:defRPr>
            </a:lvl7pPr>
            <a:lvl8pPr marL="3657600" lvl="7" indent="-228600" algn="l" rtl="0">
              <a:lnSpc>
                <a:spcPct val="90000"/>
              </a:lnSpc>
              <a:spcBef>
                <a:spcPts val="500"/>
              </a:spcBef>
              <a:spcAft>
                <a:spcPts val="0"/>
              </a:spcAft>
              <a:buClr>
                <a:srgbClr val="888888"/>
              </a:buClr>
              <a:buSzPts val="1600"/>
              <a:buNone/>
              <a:defRPr sz="1600">
                <a:solidFill>
                  <a:srgbClr val="888888"/>
                </a:solidFill>
              </a:defRPr>
            </a:lvl8pPr>
            <a:lvl9pPr marL="4114800" lvl="8" indent="-228600" algn="l" rtl="0">
              <a:lnSpc>
                <a:spcPct val="90000"/>
              </a:lnSpc>
              <a:spcBef>
                <a:spcPts val="500"/>
              </a:spcBef>
              <a:spcAft>
                <a:spcPts val="0"/>
              </a:spcAft>
              <a:buClr>
                <a:srgbClr val="888888"/>
              </a:buClr>
              <a:buSzPts val="1600"/>
              <a:buNone/>
              <a:defRPr sz="1600">
                <a:solidFill>
                  <a:srgbClr val="888888"/>
                </a:solidFill>
              </a:defRPr>
            </a:lvl9pPr>
          </a:lstStyle>
          <a:p>
            <a:pPr lvl="0"/>
            <a:r>
              <a:rPr lang="en-US"/>
              <a:t>Click to edit Master text styles</a:t>
            </a:r>
          </a:p>
        </p:txBody>
      </p:sp>
      <p:sp>
        <p:nvSpPr>
          <p:cNvPr id="965" name="Google Shape;965;p35"/>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66" name="Google Shape;966;p35"/>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67" name="Google Shape;967;p35"/>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236587660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wo Content" type="twoObj" preserve="1">
  <p:cSld name="Two Content">
    <p:spTree>
      <p:nvGrpSpPr>
        <p:cNvPr id="1" name="Shape 968"/>
        <p:cNvGrpSpPr/>
        <p:nvPr/>
      </p:nvGrpSpPr>
      <p:grpSpPr>
        <a:xfrm>
          <a:off x="0" y="0"/>
          <a:ext cx="0" cy="0"/>
          <a:chOff x="0" y="0"/>
          <a:chExt cx="0" cy="0"/>
        </a:xfrm>
      </p:grpSpPr>
      <p:sp>
        <p:nvSpPr>
          <p:cNvPr id="969" name="Google Shape;969;p36"/>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970" name="Google Shape;970;p36"/>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971" name="Google Shape;971;p36"/>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972" name="Google Shape;972;p36"/>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73" name="Google Shape;973;p36"/>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74" name="Google Shape;974;p36"/>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65019233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Comparison" type="twoTxTwoObj" preserve="1">
  <p:cSld name="Comparison">
    <p:spTree>
      <p:nvGrpSpPr>
        <p:cNvPr id="1" name="Shape 975"/>
        <p:cNvGrpSpPr/>
        <p:nvPr/>
      </p:nvGrpSpPr>
      <p:grpSpPr>
        <a:xfrm>
          <a:off x="0" y="0"/>
          <a:ext cx="0" cy="0"/>
          <a:chOff x="0" y="0"/>
          <a:chExt cx="0" cy="0"/>
        </a:xfrm>
      </p:grpSpPr>
      <p:sp>
        <p:nvSpPr>
          <p:cNvPr id="976" name="Google Shape;976;p37"/>
          <p:cNvSpPr txBox="1">
            <a:spLocks noGrp="1"/>
          </p:cNvSpPr>
          <p:nvPr>
            <p:ph type="title"/>
          </p:nvPr>
        </p:nvSpPr>
        <p:spPr>
          <a:xfrm>
            <a:off x="839788"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977" name="Google Shape;977;p37"/>
          <p:cNvSpPr txBox="1">
            <a:spLocks noGrp="1"/>
          </p:cNvSpPr>
          <p:nvPr>
            <p:ph type="body" idx="1"/>
          </p:nvPr>
        </p:nvSpPr>
        <p:spPr>
          <a:xfrm>
            <a:off x="839789"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pPr lvl="0"/>
            <a:r>
              <a:rPr lang="en-US"/>
              <a:t>Click to edit Master text styles</a:t>
            </a:r>
          </a:p>
        </p:txBody>
      </p:sp>
      <p:sp>
        <p:nvSpPr>
          <p:cNvPr id="978" name="Google Shape;978;p37"/>
          <p:cNvSpPr txBox="1">
            <a:spLocks noGrp="1"/>
          </p:cNvSpPr>
          <p:nvPr>
            <p:ph type="body" idx="2"/>
          </p:nvPr>
        </p:nvSpPr>
        <p:spPr>
          <a:xfrm>
            <a:off x="839789"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979" name="Google Shape;979;p37"/>
          <p:cNvSpPr txBox="1">
            <a:spLocks noGrp="1"/>
          </p:cNvSpPr>
          <p:nvPr>
            <p:ph type="body" idx="3"/>
          </p:nvPr>
        </p:nvSpPr>
        <p:spPr>
          <a:xfrm>
            <a:off x="6172201"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pPr lvl="0"/>
            <a:r>
              <a:rPr lang="en-US"/>
              <a:t>Click to edit Master text styles</a:t>
            </a:r>
          </a:p>
        </p:txBody>
      </p:sp>
      <p:sp>
        <p:nvSpPr>
          <p:cNvPr id="980" name="Google Shape;980;p37"/>
          <p:cNvSpPr txBox="1">
            <a:spLocks noGrp="1"/>
          </p:cNvSpPr>
          <p:nvPr>
            <p:ph type="body" idx="4"/>
          </p:nvPr>
        </p:nvSpPr>
        <p:spPr>
          <a:xfrm>
            <a:off x="6172201"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981" name="Google Shape;981;p37"/>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82" name="Google Shape;982;p37"/>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83" name="Google Shape;983;p37"/>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316229305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Only" type="titleOnly" preserve="1">
  <p:cSld name="Title Only">
    <p:spTree>
      <p:nvGrpSpPr>
        <p:cNvPr id="1" name="Shape 984"/>
        <p:cNvGrpSpPr/>
        <p:nvPr/>
      </p:nvGrpSpPr>
      <p:grpSpPr>
        <a:xfrm>
          <a:off x="0" y="0"/>
          <a:ext cx="0" cy="0"/>
          <a:chOff x="0" y="0"/>
          <a:chExt cx="0" cy="0"/>
        </a:xfrm>
      </p:grpSpPr>
      <p:sp>
        <p:nvSpPr>
          <p:cNvPr id="985" name="Google Shape;985;p38"/>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986" name="Google Shape;986;p38"/>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87" name="Google Shape;987;p38"/>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88" name="Google Shape;988;p38"/>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388948481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Blank" type="blank" preserve="1">
  <p:cSld name="Blank">
    <p:spTree>
      <p:nvGrpSpPr>
        <p:cNvPr id="1" name="Shape 989"/>
        <p:cNvGrpSpPr/>
        <p:nvPr/>
      </p:nvGrpSpPr>
      <p:grpSpPr>
        <a:xfrm>
          <a:off x="0" y="0"/>
          <a:ext cx="0" cy="0"/>
          <a:chOff x="0" y="0"/>
          <a:chExt cx="0" cy="0"/>
        </a:xfrm>
      </p:grpSpPr>
      <p:sp>
        <p:nvSpPr>
          <p:cNvPr id="990" name="Google Shape;990;p39"/>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91" name="Google Shape;991;p39"/>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92" name="Google Shape;992;p39"/>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141315616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Content with Caption" type="objTx" preserve="1">
  <p:cSld name="Content with Caption">
    <p:spTree>
      <p:nvGrpSpPr>
        <p:cNvPr id="1" name="Shape 993"/>
        <p:cNvGrpSpPr/>
        <p:nvPr/>
      </p:nvGrpSpPr>
      <p:grpSpPr>
        <a:xfrm>
          <a:off x="0" y="0"/>
          <a:ext cx="0" cy="0"/>
          <a:chOff x="0" y="0"/>
          <a:chExt cx="0" cy="0"/>
        </a:xfrm>
      </p:grpSpPr>
      <p:sp>
        <p:nvSpPr>
          <p:cNvPr id="994" name="Google Shape;994;p40"/>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oppins"/>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995" name="Google Shape;995;p40"/>
          <p:cNvSpPr txBox="1">
            <a:spLocks noGrp="1"/>
          </p:cNvSpPr>
          <p:nvPr>
            <p:ph type="body" idx="1"/>
          </p:nvPr>
        </p:nvSpPr>
        <p:spPr>
          <a:xfrm>
            <a:off x="5183188" y="987427"/>
            <a:ext cx="6172200" cy="4873500"/>
          </a:xfrm>
          <a:prstGeom prst="rect">
            <a:avLst/>
          </a:prstGeom>
          <a:noFill/>
          <a:ln>
            <a:noFill/>
          </a:ln>
        </p:spPr>
        <p:txBody>
          <a:bodyPr spcFirstLastPara="1" wrap="square" lIns="91425" tIns="45700" rIns="91425" bIns="45700" anchor="t" anchorCtr="0">
            <a:normAutofit/>
          </a:bodyPr>
          <a:lstStyle>
            <a:lvl1pPr marL="457200" lvl="0" indent="-431800" algn="l" rtl="0">
              <a:lnSpc>
                <a:spcPct val="90000"/>
              </a:lnSpc>
              <a:spcBef>
                <a:spcPts val="1000"/>
              </a:spcBef>
              <a:spcAft>
                <a:spcPts val="0"/>
              </a:spcAft>
              <a:buClr>
                <a:schemeClr val="dk1"/>
              </a:buClr>
              <a:buSzPts val="3200"/>
              <a:buChar char="•"/>
              <a:defRPr sz="3200"/>
            </a:lvl1pPr>
            <a:lvl2pPr marL="914400" lvl="1" indent="-406400" algn="l" rtl="0">
              <a:lnSpc>
                <a:spcPct val="90000"/>
              </a:lnSpc>
              <a:spcBef>
                <a:spcPts val="500"/>
              </a:spcBef>
              <a:spcAft>
                <a:spcPts val="0"/>
              </a:spcAft>
              <a:buClr>
                <a:schemeClr val="dk1"/>
              </a:buClr>
              <a:buSzPts val="2800"/>
              <a:buChar char="•"/>
              <a:defRPr sz="2800"/>
            </a:lvl2pPr>
            <a:lvl3pPr marL="1371600" lvl="2" indent="-381000" algn="l" rtl="0">
              <a:lnSpc>
                <a:spcPct val="90000"/>
              </a:lnSpc>
              <a:spcBef>
                <a:spcPts val="500"/>
              </a:spcBef>
              <a:spcAft>
                <a:spcPts val="0"/>
              </a:spcAft>
              <a:buClr>
                <a:schemeClr val="dk1"/>
              </a:buClr>
              <a:buSzPts val="2400"/>
              <a:buChar char="•"/>
              <a:defRPr sz="2400"/>
            </a:lvl3pPr>
            <a:lvl4pPr marL="1828800" lvl="3" indent="-355600" algn="l" rtl="0">
              <a:lnSpc>
                <a:spcPct val="90000"/>
              </a:lnSpc>
              <a:spcBef>
                <a:spcPts val="500"/>
              </a:spcBef>
              <a:spcAft>
                <a:spcPts val="0"/>
              </a:spcAft>
              <a:buClr>
                <a:schemeClr val="dk1"/>
              </a:buClr>
              <a:buSzPts val="2000"/>
              <a:buChar char="•"/>
              <a:defRPr sz="2000"/>
            </a:lvl4pPr>
            <a:lvl5pPr marL="2286000" lvl="4" indent="-355600" algn="l" rtl="0">
              <a:lnSpc>
                <a:spcPct val="90000"/>
              </a:lnSpc>
              <a:spcBef>
                <a:spcPts val="500"/>
              </a:spcBef>
              <a:spcAft>
                <a:spcPts val="0"/>
              </a:spcAft>
              <a:buClr>
                <a:schemeClr val="dk1"/>
              </a:buClr>
              <a:buSzPts val="2000"/>
              <a:buChar char="•"/>
              <a:defRPr sz="2000"/>
            </a:lvl5pPr>
            <a:lvl6pPr marL="2743200" lvl="5" indent="-355600" algn="l" rtl="0">
              <a:lnSpc>
                <a:spcPct val="90000"/>
              </a:lnSpc>
              <a:spcBef>
                <a:spcPts val="500"/>
              </a:spcBef>
              <a:spcAft>
                <a:spcPts val="0"/>
              </a:spcAft>
              <a:buClr>
                <a:schemeClr val="dk1"/>
              </a:buClr>
              <a:buSzPts val="2000"/>
              <a:buChar char="•"/>
              <a:defRPr sz="2000"/>
            </a:lvl6pPr>
            <a:lvl7pPr marL="3200400" lvl="6" indent="-355600" algn="l" rtl="0">
              <a:lnSpc>
                <a:spcPct val="90000"/>
              </a:lnSpc>
              <a:spcBef>
                <a:spcPts val="500"/>
              </a:spcBef>
              <a:spcAft>
                <a:spcPts val="0"/>
              </a:spcAft>
              <a:buClr>
                <a:schemeClr val="dk1"/>
              </a:buClr>
              <a:buSzPts val="2000"/>
              <a:buChar char="•"/>
              <a:defRPr sz="2000"/>
            </a:lvl7pPr>
            <a:lvl8pPr marL="3657600" lvl="7" indent="-355600" algn="l" rtl="0">
              <a:lnSpc>
                <a:spcPct val="90000"/>
              </a:lnSpc>
              <a:spcBef>
                <a:spcPts val="500"/>
              </a:spcBef>
              <a:spcAft>
                <a:spcPts val="0"/>
              </a:spcAft>
              <a:buClr>
                <a:schemeClr val="dk1"/>
              </a:buClr>
              <a:buSzPts val="2000"/>
              <a:buChar char="•"/>
              <a:defRPr sz="2000"/>
            </a:lvl8pPr>
            <a:lvl9pPr marL="4114800" lvl="8" indent="-355600" algn="l" rtl="0">
              <a:lnSpc>
                <a:spcPct val="90000"/>
              </a:lnSpc>
              <a:spcBef>
                <a:spcPts val="500"/>
              </a:spcBef>
              <a:spcAft>
                <a:spcPts val="0"/>
              </a:spcAft>
              <a:buClr>
                <a:schemeClr val="dk1"/>
              </a:buClr>
              <a:buSzPts val="2000"/>
              <a:buChar char="•"/>
              <a:defRPr sz="2000"/>
            </a:lvl9pPr>
          </a:lstStyle>
          <a:p>
            <a:pPr lvl="0"/>
            <a:r>
              <a:rPr lang="en-US"/>
              <a:t>Click to edit Master text styles</a:t>
            </a:r>
          </a:p>
        </p:txBody>
      </p:sp>
      <p:sp>
        <p:nvSpPr>
          <p:cNvPr id="996" name="Google Shape;996;p40"/>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pPr lvl="0"/>
            <a:r>
              <a:rPr lang="en-US"/>
              <a:t>Click to edit Master text styles</a:t>
            </a:r>
          </a:p>
        </p:txBody>
      </p:sp>
      <p:sp>
        <p:nvSpPr>
          <p:cNvPr id="997" name="Google Shape;997;p40"/>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98" name="Google Shape;998;p40"/>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99" name="Google Shape;999;p40"/>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419266338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Picture with Caption" type="picTx" preserve="1">
  <p:cSld name="Picture with Caption">
    <p:spTree>
      <p:nvGrpSpPr>
        <p:cNvPr id="1" name="Shape 1000"/>
        <p:cNvGrpSpPr/>
        <p:nvPr/>
      </p:nvGrpSpPr>
      <p:grpSpPr>
        <a:xfrm>
          <a:off x="0" y="0"/>
          <a:ext cx="0" cy="0"/>
          <a:chOff x="0" y="0"/>
          <a:chExt cx="0" cy="0"/>
        </a:xfrm>
      </p:grpSpPr>
      <p:sp>
        <p:nvSpPr>
          <p:cNvPr id="1001" name="Google Shape;1001;p41"/>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oppins"/>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1002" name="Google Shape;1002;p41"/>
          <p:cNvSpPr>
            <a:spLocks noGrp="1"/>
          </p:cNvSpPr>
          <p:nvPr>
            <p:ph type="pic" idx="2"/>
          </p:nvPr>
        </p:nvSpPr>
        <p:spPr>
          <a:xfrm>
            <a:off x="5183188" y="987427"/>
            <a:ext cx="6172200" cy="4873500"/>
          </a:xfrm>
          <a:prstGeom prst="rect">
            <a:avLst/>
          </a:prstGeom>
          <a:noFill/>
          <a:ln>
            <a:noFill/>
          </a:ln>
        </p:spPr>
      </p:sp>
      <p:sp>
        <p:nvSpPr>
          <p:cNvPr id="1003" name="Google Shape;1003;p41"/>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pPr lvl="0"/>
            <a:r>
              <a:rPr lang="en-US"/>
              <a:t>Click to edit Master text styles</a:t>
            </a:r>
          </a:p>
        </p:txBody>
      </p:sp>
      <p:sp>
        <p:nvSpPr>
          <p:cNvPr id="1004" name="Google Shape;1004;p41"/>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05" name="Google Shape;1005;p41"/>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06" name="Google Shape;1006;p41"/>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267072440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Vertical Text" type="vertTx" preserve="1">
  <p:cSld name="Title and Vertical Text">
    <p:spTree>
      <p:nvGrpSpPr>
        <p:cNvPr id="1" name="Shape 1007"/>
        <p:cNvGrpSpPr/>
        <p:nvPr/>
      </p:nvGrpSpPr>
      <p:grpSpPr>
        <a:xfrm>
          <a:off x="0" y="0"/>
          <a:ext cx="0" cy="0"/>
          <a:chOff x="0" y="0"/>
          <a:chExt cx="0" cy="0"/>
        </a:xfrm>
      </p:grpSpPr>
      <p:sp>
        <p:nvSpPr>
          <p:cNvPr id="1008" name="Google Shape;1008;p42"/>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1009" name="Google Shape;1009;p42"/>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1010" name="Google Shape;1010;p42"/>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11" name="Google Shape;1011;p42"/>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12" name="Google Shape;1012;p42"/>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345371624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Vertical Title and Text" type="vertTitleAndTx" preserve="1">
  <p:cSld name="Vertical Title and Text">
    <p:spTree>
      <p:nvGrpSpPr>
        <p:cNvPr id="1" name="Shape 1013"/>
        <p:cNvGrpSpPr/>
        <p:nvPr/>
      </p:nvGrpSpPr>
      <p:grpSpPr>
        <a:xfrm>
          <a:off x="0" y="0"/>
          <a:ext cx="0" cy="0"/>
          <a:chOff x="0" y="0"/>
          <a:chExt cx="0" cy="0"/>
        </a:xfrm>
      </p:grpSpPr>
      <p:sp>
        <p:nvSpPr>
          <p:cNvPr id="1014" name="Google Shape;1014;p43"/>
          <p:cNvSpPr txBox="1">
            <a:spLocks noGrp="1"/>
          </p:cNvSpPr>
          <p:nvPr>
            <p:ph type="title"/>
          </p:nvPr>
        </p:nvSpPr>
        <p:spPr>
          <a:xfrm rot="5400000">
            <a:off x="7133401" y="1956625"/>
            <a:ext cx="5811900" cy="2628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1015" name="Google Shape;1015;p43"/>
          <p:cNvSpPr txBox="1">
            <a:spLocks noGrp="1"/>
          </p:cNvSpPr>
          <p:nvPr>
            <p:ph type="body" idx="1"/>
          </p:nvPr>
        </p:nvSpPr>
        <p:spPr>
          <a:xfrm rot="5400000">
            <a:off x="1799401"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pPr lvl="0"/>
            <a:r>
              <a:rPr lang="en-US"/>
              <a:t>Click to edit Master text styles</a:t>
            </a:r>
          </a:p>
        </p:txBody>
      </p:sp>
      <p:sp>
        <p:nvSpPr>
          <p:cNvPr id="1016" name="Google Shape;1016;p43"/>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17" name="Google Shape;1017;p43"/>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18" name="Google Shape;1018;p43"/>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90412994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and body" type="tx" preserve="1">
  <p:cSld name="Title and body">
    <p:spTree>
      <p:nvGrpSpPr>
        <p:cNvPr id="1" name="Shape 1019"/>
        <p:cNvGrpSpPr/>
        <p:nvPr/>
      </p:nvGrpSpPr>
      <p:grpSpPr>
        <a:xfrm>
          <a:off x="0" y="0"/>
          <a:ext cx="0" cy="0"/>
          <a:chOff x="0" y="0"/>
          <a:chExt cx="0" cy="0"/>
        </a:xfrm>
      </p:grpSpPr>
      <p:sp>
        <p:nvSpPr>
          <p:cNvPr id="1020" name="Google Shape;1020;p44"/>
          <p:cNvSpPr txBox="1">
            <a:spLocks noGrp="1"/>
          </p:cNvSpPr>
          <p:nvPr>
            <p:ph type="title"/>
          </p:nvPr>
        </p:nvSpPr>
        <p:spPr>
          <a:xfrm>
            <a:off x="415600" y="593367"/>
            <a:ext cx="11360700" cy="763500"/>
          </a:xfrm>
          <a:prstGeom prst="rect">
            <a:avLst/>
          </a:prstGeom>
          <a:noFill/>
          <a:ln>
            <a:noFill/>
          </a:ln>
        </p:spPr>
        <p:txBody>
          <a:bodyPr spcFirstLastPara="1" wrap="square" lIns="90000" tIns="46800" rIns="90000" bIns="46800" anchor="b" anchorCtr="0">
            <a:noAutofit/>
          </a:bodyPr>
          <a:lstStyle>
            <a:lvl1pPr lvl="0" algn="l" rtl="0">
              <a:lnSpc>
                <a:spcPct val="90000"/>
              </a:lnSpc>
              <a:spcBef>
                <a:spcPts val="0"/>
              </a:spcBef>
              <a:spcAft>
                <a:spcPts val="0"/>
              </a:spcAft>
              <a:buClr>
                <a:schemeClr val="dk1"/>
              </a:buClr>
              <a:buSzPts val="1400"/>
              <a:buFont typeface="Poppins"/>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1021" name="Google Shape;1021;p44"/>
          <p:cNvSpPr txBox="1">
            <a:spLocks noGrp="1"/>
          </p:cNvSpPr>
          <p:nvPr>
            <p:ph type="body" idx="1"/>
          </p:nvPr>
        </p:nvSpPr>
        <p:spPr>
          <a:xfrm>
            <a:off x="415600" y="1536633"/>
            <a:ext cx="11360700" cy="4555200"/>
          </a:xfrm>
          <a:prstGeom prst="rect">
            <a:avLst/>
          </a:prstGeom>
          <a:noFill/>
          <a:ln>
            <a:noFill/>
          </a:ln>
        </p:spPr>
        <p:txBody>
          <a:bodyPr spcFirstLastPara="1" wrap="square" lIns="90000" tIns="46800" rIns="90000" bIns="46800" anchor="t" anchorCtr="0">
            <a:noAutofit/>
          </a:bodyPr>
          <a:lstStyle>
            <a:lvl1pPr marL="457200" lvl="0" indent="-337883" algn="l" rtl="0">
              <a:lnSpc>
                <a:spcPct val="90000"/>
              </a:lnSpc>
              <a:spcBef>
                <a:spcPts val="675"/>
              </a:spcBef>
              <a:spcAft>
                <a:spcPts val="0"/>
              </a:spcAft>
              <a:buClr>
                <a:schemeClr val="dk1"/>
              </a:buClr>
              <a:buSzPts val="1721"/>
              <a:buChar char="⚫"/>
              <a:defRPr/>
            </a:lvl1pPr>
            <a:lvl2pPr marL="914400" lvl="1" indent="-301942" algn="l" rtl="0">
              <a:lnSpc>
                <a:spcPct val="90000"/>
              </a:lnSpc>
              <a:spcBef>
                <a:spcPts val="551"/>
              </a:spcBef>
              <a:spcAft>
                <a:spcPts val="0"/>
              </a:spcAft>
              <a:buClr>
                <a:schemeClr val="dk1"/>
              </a:buClr>
              <a:buSzPts val="1155"/>
              <a:buChar char="⚪"/>
              <a:defRPr/>
            </a:lvl2pPr>
            <a:lvl3pPr marL="1371600" lvl="2" indent="-300037" algn="l" rtl="0">
              <a:lnSpc>
                <a:spcPct val="90000"/>
              </a:lnSpc>
              <a:spcBef>
                <a:spcPts val="500"/>
              </a:spcBef>
              <a:spcAft>
                <a:spcPts val="0"/>
              </a:spcAft>
              <a:buClr>
                <a:schemeClr val="dk1"/>
              </a:buClr>
              <a:buSzPts val="1125"/>
              <a:buChar char="⯍"/>
              <a:defRPr/>
            </a:lvl3pPr>
            <a:lvl4pPr marL="1828800" lvl="3" indent="-295275" algn="l" rtl="0">
              <a:lnSpc>
                <a:spcPct val="90000"/>
              </a:lnSpc>
              <a:spcBef>
                <a:spcPts val="500"/>
              </a:spcBef>
              <a:spcAft>
                <a:spcPts val="0"/>
              </a:spcAft>
              <a:buClr>
                <a:schemeClr val="dk1"/>
              </a:buClr>
              <a:buSzPts val="1050"/>
              <a:buChar char="?"/>
              <a:defRPr/>
            </a:lvl4pPr>
            <a:lvl5pPr marL="2286000" lvl="4" indent="-323850" algn="l" rtl="0">
              <a:lnSpc>
                <a:spcPct val="90000"/>
              </a:lnSpc>
              <a:spcBef>
                <a:spcPts val="500"/>
              </a:spcBef>
              <a:spcAft>
                <a:spcPts val="0"/>
              </a:spcAft>
              <a:buClr>
                <a:schemeClr val="dk1"/>
              </a:buClr>
              <a:buSzPts val="1500"/>
              <a:buChar char="•"/>
              <a:defRPr/>
            </a:lvl5pPr>
            <a:lvl6pPr marL="2743200" lvl="5" indent="-323850" algn="l" rtl="0">
              <a:lnSpc>
                <a:spcPct val="90000"/>
              </a:lnSpc>
              <a:spcBef>
                <a:spcPts val="500"/>
              </a:spcBef>
              <a:spcAft>
                <a:spcPts val="0"/>
              </a:spcAft>
              <a:buClr>
                <a:schemeClr val="dk1"/>
              </a:buClr>
              <a:buSzPts val="1500"/>
              <a:buChar char="•"/>
              <a:defRPr/>
            </a:lvl6pPr>
            <a:lvl7pPr marL="3200400" lvl="6" indent="-323850" algn="l" rtl="0">
              <a:lnSpc>
                <a:spcPct val="90000"/>
              </a:lnSpc>
              <a:spcBef>
                <a:spcPts val="500"/>
              </a:spcBef>
              <a:spcAft>
                <a:spcPts val="0"/>
              </a:spcAft>
              <a:buClr>
                <a:schemeClr val="dk1"/>
              </a:buClr>
              <a:buSzPts val="1500"/>
              <a:buChar char="•"/>
              <a:defRPr/>
            </a:lvl7pPr>
            <a:lvl8pPr marL="3657600" lvl="7" indent="-323850" algn="l" rtl="0">
              <a:lnSpc>
                <a:spcPct val="90000"/>
              </a:lnSpc>
              <a:spcBef>
                <a:spcPts val="500"/>
              </a:spcBef>
              <a:spcAft>
                <a:spcPts val="0"/>
              </a:spcAft>
              <a:buClr>
                <a:schemeClr val="dk1"/>
              </a:buClr>
              <a:buSzPts val="1500"/>
              <a:buChar char="•"/>
              <a:defRPr/>
            </a:lvl8pPr>
            <a:lvl9pPr marL="4114800" lvl="8" indent="-323850" algn="l" rtl="0">
              <a:lnSpc>
                <a:spcPct val="90000"/>
              </a:lnSpc>
              <a:spcBef>
                <a:spcPts val="500"/>
              </a:spcBef>
              <a:spcAft>
                <a:spcPts val="0"/>
              </a:spcAft>
              <a:buClr>
                <a:schemeClr val="dk1"/>
              </a:buClr>
              <a:buSzPts val="1500"/>
              <a:buChar char="•"/>
              <a:defRPr/>
            </a:lvl9pPr>
          </a:lstStyle>
          <a:p>
            <a:pPr lvl="0"/>
            <a:r>
              <a:rPr lang="en-US"/>
              <a:t>Click to edit Master text styles</a:t>
            </a:r>
          </a:p>
        </p:txBody>
      </p:sp>
      <p:sp>
        <p:nvSpPr>
          <p:cNvPr id="1022" name="Google Shape;1022;p44"/>
          <p:cNvSpPr txBox="1">
            <a:spLocks noGrp="1"/>
          </p:cNvSpPr>
          <p:nvPr>
            <p:ph type="sldNum" idx="12"/>
          </p:nvPr>
        </p:nvSpPr>
        <p:spPr>
          <a:xfrm>
            <a:off x="11296611" y="6217623"/>
            <a:ext cx="731700" cy="524700"/>
          </a:xfrm>
          <a:prstGeom prst="rect">
            <a:avLst/>
          </a:prstGeom>
          <a:noFill/>
          <a:ln>
            <a:noFill/>
          </a:ln>
        </p:spPr>
        <p:txBody>
          <a:bodyPr spcFirstLastPara="1" wrap="square" lIns="91425" tIns="91425" rIns="91425" bIns="91425" anchor="ctr" anchorCtr="0">
            <a:noAutofit/>
          </a:bodyPr>
          <a:lstStyle>
            <a:lvl1pPr marL="0" marR="0" lvl="0"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l" rtl="0">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47382412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5"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 Id="rId9" Type="http://schemas.openxmlformats.org/officeDocument/2006/relationships/slideLayout" Target="../slideLayouts/slideLayout22.xml"/><Relationship Id="rId10" Type="http://schemas.openxmlformats.org/officeDocument/2006/relationships/slideLayout" Target="../slideLayouts/slideLayout23.xml"/><Relationship Id="rId11" Type="http://schemas.openxmlformats.org/officeDocument/2006/relationships/slideLayout" Target="../slideLayouts/slideLayout24.xml"/><Relationship Id="rId12" Type="http://schemas.openxmlformats.org/officeDocument/2006/relationships/slideLayout" Target="../slideLayouts/slideLayout25.xml"/><Relationship Id="rId13" Type="http://schemas.openxmlformats.org/officeDocument/2006/relationships/theme" Target="../theme/theme2.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slideLayout" Target="../slideLayouts/slideLayout27.xml"/><Relationship Id="rId3" Type="http://schemas.openxmlformats.org/officeDocument/2006/relationships/theme" Target="../theme/theme3.xml"/><Relationship Id="rId4"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slideLayout" Target="../slideLayouts/slideLayout29.xml"/><Relationship Id="rId3" Type="http://schemas.openxmlformats.org/officeDocument/2006/relationships/theme" Target="../theme/theme4.xml"/><Relationship Id="rId4"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slideLayout" Target="../slideLayouts/slideLayout31.xml"/><Relationship Id="rId3" Type="http://schemas.openxmlformats.org/officeDocument/2006/relationships/slideLayout" Target="../slideLayouts/slideLayout32.xml"/><Relationship Id="rId4" Type="http://schemas.openxmlformats.org/officeDocument/2006/relationships/slideLayout" Target="../slideLayouts/slideLayout33.xml"/><Relationship Id="rId5" Type="http://schemas.openxmlformats.org/officeDocument/2006/relationships/slideLayout" Target="../slideLayouts/slideLayout34.xml"/><Relationship Id="rId6" Type="http://schemas.openxmlformats.org/officeDocument/2006/relationships/slideLayout" Target="../slideLayouts/slideLayout35.xml"/><Relationship Id="rId7" Type="http://schemas.openxmlformats.org/officeDocument/2006/relationships/slideLayout" Target="../slideLayouts/slideLayout36.xml"/><Relationship Id="rId8" Type="http://schemas.openxmlformats.org/officeDocument/2006/relationships/slideLayout" Target="../slideLayouts/slideLayout37.xml"/><Relationship Id="rId9" Type="http://schemas.openxmlformats.org/officeDocument/2006/relationships/slideLayout" Target="../slideLayouts/slideLayout38.xml"/><Relationship Id="rId10" Type="http://schemas.openxmlformats.org/officeDocument/2006/relationships/slideLayout" Target="../slideLayouts/slideLayout39.xml"/><Relationship Id="rId11" Type="http://schemas.openxmlformats.org/officeDocument/2006/relationships/slideLayout" Target="../slideLayouts/slideLayout40.xml"/><Relationship Id="rId12" Type="http://schemas.openxmlformats.org/officeDocument/2006/relationships/slideLayout" Target="../slideLayouts/slideLayout41.xml"/><Relationship Id="rId13" Type="http://schemas.openxmlformats.org/officeDocument/2006/relationships/theme" Target="../theme/theme5.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751"/>
        <p:cNvGrpSpPr/>
        <p:nvPr/>
      </p:nvGrpSpPr>
      <p:grpSpPr>
        <a:xfrm>
          <a:off x="0" y="0"/>
          <a:ext cx="0" cy="0"/>
          <a:chOff x="0" y="0"/>
          <a:chExt cx="0" cy="0"/>
        </a:xfrm>
      </p:grpSpPr>
      <p:sp>
        <p:nvSpPr>
          <p:cNvPr id="752" name="Google Shape;752;p1"/>
          <p:cNvSpPr/>
          <p:nvPr/>
        </p:nvSpPr>
        <p:spPr>
          <a:xfrm>
            <a:off x="0" y="6096000"/>
            <a:ext cx="12192000" cy="77190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753" name="Google Shape;753;p1"/>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54" name="Google Shape;754;p1"/>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venir"/>
                <a:ea typeface="Avenir"/>
                <a:cs typeface="Avenir"/>
                <a:sym typeface="Avenir"/>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venir"/>
                <a:ea typeface="Avenir"/>
                <a:cs typeface="Avenir"/>
                <a:sym typeface="Avenir"/>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venir"/>
                <a:ea typeface="Avenir"/>
                <a:cs typeface="Avenir"/>
                <a:sym typeface="Avenir"/>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5" name="Google Shape;755;p1"/>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56" name="Google Shape;756;p1"/>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57" name="Google Shape;757;p1"/>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
        <p:nvSpPr>
          <p:cNvPr id="758" name="Google Shape;758;p1"/>
          <p:cNvSpPr/>
          <p:nvPr/>
        </p:nvSpPr>
        <p:spPr>
          <a:xfrm>
            <a:off x="0" y="6140361"/>
            <a:ext cx="12192000" cy="705000"/>
          </a:xfrm>
          <a:prstGeom prst="rect">
            <a:avLst/>
          </a:prstGeom>
          <a:solidFill>
            <a:srgbClr val="B611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759" name="Google Shape;759;p1"/>
          <p:cNvPicPr preferRelativeResize="0"/>
          <p:nvPr/>
        </p:nvPicPr>
        <p:blipFill rotWithShape="1">
          <a:blip r:embed="rId15">
            <a:alphaModFix/>
          </a:blip>
          <a:srcRect/>
          <a:stretch/>
        </p:blipFill>
        <p:spPr>
          <a:xfrm>
            <a:off x="9890762" y="6165912"/>
            <a:ext cx="1935479" cy="618068"/>
          </a:xfrm>
          <a:prstGeom prst="rect">
            <a:avLst/>
          </a:prstGeom>
          <a:noFill/>
          <a:ln>
            <a:noFill/>
          </a:ln>
        </p:spPr>
      </p:pic>
    </p:spTree>
    <p:extLst>
      <p:ext uri="{BB962C8B-B14F-4D97-AF65-F5344CB8AC3E}">
        <p14:creationId xmlns:p14="http://schemas.microsoft.com/office/powerpoint/2010/main" val="1276674073"/>
      </p:ext>
    </p:extLst>
  </p:cSld>
  <p:clrMap bg1="lt1" tx1="dk1" bg2="dk2" tx2="lt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832"/>
        <p:cNvGrpSpPr/>
        <p:nvPr/>
      </p:nvGrpSpPr>
      <p:grpSpPr>
        <a:xfrm>
          <a:off x="0" y="0"/>
          <a:ext cx="0" cy="0"/>
          <a:chOff x="0" y="0"/>
          <a:chExt cx="0" cy="0"/>
        </a:xfrm>
      </p:grpSpPr>
      <p:sp>
        <p:nvSpPr>
          <p:cNvPr id="833" name="Google Shape;833;p15"/>
          <p:cNvSpPr/>
          <p:nvPr/>
        </p:nvSpPr>
        <p:spPr>
          <a:xfrm>
            <a:off x="0" y="6096000"/>
            <a:ext cx="12192000" cy="77190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34" name="Google Shape;834;p15"/>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835" name="Google Shape;835;p1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venir"/>
                <a:ea typeface="Avenir"/>
                <a:cs typeface="Avenir"/>
                <a:sym typeface="Avenir"/>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venir"/>
                <a:ea typeface="Avenir"/>
                <a:cs typeface="Avenir"/>
                <a:sym typeface="Avenir"/>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venir"/>
                <a:ea typeface="Avenir"/>
                <a:cs typeface="Avenir"/>
                <a:sym typeface="Avenir"/>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36" name="Google Shape;836;p15"/>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7" name="Google Shape;837;p15"/>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8" name="Google Shape;838;p15"/>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
        <p:nvSpPr>
          <p:cNvPr id="839" name="Google Shape;839;p15"/>
          <p:cNvSpPr/>
          <p:nvPr/>
        </p:nvSpPr>
        <p:spPr>
          <a:xfrm>
            <a:off x="0" y="6140361"/>
            <a:ext cx="12192000" cy="705000"/>
          </a:xfrm>
          <a:prstGeom prst="rect">
            <a:avLst/>
          </a:prstGeom>
          <a:solidFill>
            <a:srgbClr val="B611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840" name="Google Shape;840;p15"/>
          <p:cNvPicPr preferRelativeResize="0"/>
          <p:nvPr/>
        </p:nvPicPr>
        <p:blipFill rotWithShape="1">
          <a:blip r:embed="rId14">
            <a:alphaModFix/>
          </a:blip>
          <a:srcRect/>
          <a:stretch/>
        </p:blipFill>
        <p:spPr>
          <a:xfrm>
            <a:off x="9890762" y="6165912"/>
            <a:ext cx="1935479" cy="618068"/>
          </a:xfrm>
          <a:prstGeom prst="rect">
            <a:avLst/>
          </a:prstGeom>
          <a:noFill/>
          <a:ln>
            <a:noFill/>
          </a:ln>
        </p:spPr>
      </p:pic>
    </p:spTree>
    <p:extLst>
      <p:ext uri="{BB962C8B-B14F-4D97-AF65-F5344CB8AC3E}">
        <p14:creationId xmlns:p14="http://schemas.microsoft.com/office/powerpoint/2010/main" val="33428607"/>
      </p:ext>
    </p:extLst>
  </p:cSld>
  <p:clrMap bg1="lt1" tx1="dk1" bg2="dk2" tx2="lt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96" r:id="rId12"/>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10"/>
        <p:cNvGrpSpPr/>
        <p:nvPr/>
      </p:nvGrpSpPr>
      <p:grpSpPr>
        <a:xfrm>
          <a:off x="0" y="0"/>
          <a:ext cx="0" cy="0"/>
          <a:chOff x="0" y="0"/>
          <a:chExt cx="0" cy="0"/>
        </a:xfrm>
      </p:grpSpPr>
      <p:sp>
        <p:nvSpPr>
          <p:cNvPr id="911" name="Google Shape;911;p27"/>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912" name="Google Shape;912;p27"/>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venir"/>
                <a:ea typeface="Avenir"/>
                <a:cs typeface="Avenir"/>
                <a:sym typeface="Avenir"/>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venir"/>
                <a:ea typeface="Avenir"/>
                <a:cs typeface="Avenir"/>
                <a:sym typeface="Avenir"/>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venir"/>
                <a:ea typeface="Avenir"/>
                <a:cs typeface="Avenir"/>
                <a:sym typeface="Avenir"/>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13" name="Google Shape;913;p27"/>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14" name="Google Shape;914;p27"/>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15" name="Google Shape;915;p27"/>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
        <p:nvSpPr>
          <p:cNvPr id="916" name="Google Shape;916;p27"/>
          <p:cNvSpPr/>
          <p:nvPr/>
        </p:nvSpPr>
        <p:spPr>
          <a:xfrm>
            <a:off x="0" y="-335280"/>
            <a:ext cx="12192000" cy="7193400"/>
          </a:xfrm>
          <a:prstGeom prst="rect">
            <a:avLst/>
          </a:prstGeom>
          <a:solidFill>
            <a:srgbClr val="B611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cxnSp>
        <p:nvCxnSpPr>
          <p:cNvPr id="917" name="Google Shape;917;p27"/>
          <p:cNvCxnSpPr/>
          <p:nvPr/>
        </p:nvCxnSpPr>
        <p:spPr>
          <a:xfrm>
            <a:off x="3345180" y="2707281"/>
            <a:ext cx="0" cy="2283900"/>
          </a:xfrm>
          <a:prstGeom prst="straightConnector1">
            <a:avLst/>
          </a:prstGeom>
          <a:noFill/>
          <a:ln w="34925" cap="flat" cmpd="sng">
            <a:solidFill>
              <a:schemeClr val="dk1"/>
            </a:solidFill>
            <a:prstDash val="solid"/>
            <a:miter lim="800000"/>
            <a:headEnd type="none" w="sm" len="sm"/>
            <a:tailEnd type="none" w="sm" len="sm"/>
          </a:ln>
        </p:spPr>
      </p:cxnSp>
      <p:pic>
        <p:nvPicPr>
          <p:cNvPr id="918" name="Google Shape;918;p27"/>
          <p:cNvPicPr preferRelativeResize="0"/>
          <p:nvPr/>
        </p:nvPicPr>
        <p:blipFill rotWithShape="1">
          <a:blip r:embed="rId4">
            <a:alphaModFix/>
          </a:blip>
          <a:srcRect/>
          <a:stretch/>
        </p:blipFill>
        <p:spPr>
          <a:xfrm>
            <a:off x="3451862" y="2544174"/>
            <a:ext cx="4801940" cy="1533432"/>
          </a:xfrm>
          <a:prstGeom prst="rect">
            <a:avLst/>
          </a:prstGeom>
          <a:noFill/>
          <a:ln>
            <a:noFill/>
          </a:ln>
        </p:spPr>
      </p:pic>
    </p:spTree>
    <p:extLst>
      <p:ext uri="{BB962C8B-B14F-4D97-AF65-F5344CB8AC3E}">
        <p14:creationId xmlns:p14="http://schemas.microsoft.com/office/powerpoint/2010/main" val="1044743740"/>
      </p:ext>
    </p:extLst>
  </p:cSld>
  <p:clrMap bg1="lt1" tx1="dk1" bg2="dk2" tx2="lt2" accent1="accent1" accent2="accent2" accent3="accent3" accent4="accent4" accent5="accent5" accent6="accent6" hlink="hlink" folHlink="folHlink"/>
  <p:sldLayoutIdLst>
    <p:sldLayoutId id="2147483678" r:id="rId1"/>
    <p:sldLayoutId id="2147483695" r:id="rId2"/>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21"/>
        <p:cNvGrpSpPr/>
        <p:nvPr/>
      </p:nvGrpSpPr>
      <p:grpSpPr>
        <a:xfrm>
          <a:off x="0" y="0"/>
          <a:ext cx="0" cy="0"/>
          <a:chOff x="0" y="0"/>
          <a:chExt cx="0" cy="0"/>
        </a:xfrm>
      </p:grpSpPr>
      <p:sp>
        <p:nvSpPr>
          <p:cNvPr id="922" name="Google Shape;922;p29"/>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923" name="Google Shape;923;p29"/>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venir"/>
                <a:ea typeface="Avenir"/>
                <a:cs typeface="Avenir"/>
                <a:sym typeface="Avenir"/>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venir"/>
                <a:ea typeface="Avenir"/>
                <a:cs typeface="Avenir"/>
                <a:sym typeface="Avenir"/>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venir"/>
                <a:ea typeface="Avenir"/>
                <a:cs typeface="Avenir"/>
                <a:sym typeface="Avenir"/>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24" name="Google Shape;924;p29"/>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25" name="Google Shape;925;p29"/>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26" name="Google Shape;926;p29"/>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
        <p:nvSpPr>
          <p:cNvPr id="927" name="Google Shape;927;p29"/>
          <p:cNvSpPr/>
          <p:nvPr/>
        </p:nvSpPr>
        <p:spPr>
          <a:xfrm>
            <a:off x="0" y="-335280"/>
            <a:ext cx="12192000" cy="7193400"/>
          </a:xfrm>
          <a:prstGeom prst="rect">
            <a:avLst/>
          </a:prstGeom>
          <a:solidFill>
            <a:srgbClr val="B611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cxnSp>
        <p:nvCxnSpPr>
          <p:cNvPr id="928" name="Google Shape;928;p29"/>
          <p:cNvCxnSpPr/>
          <p:nvPr/>
        </p:nvCxnSpPr>
        <p:spPr>
          <a:xfrm>
            <a:off x="3345180" y="2707281"/>
            <a:ext cx="0" cy="2283900"/>
          </a:xfrm>
          <a:prstGeom prst="straightConnector1">
            <a:avLst/>
          </a:prstGeom>
          <a:noFill/>
          <a:ln w="34925" cap="flat" cmpd="sng">
            <a:solidFill>
              <a:schemeClr val="dk1"/>
            </a:solidFill>
            <a:prstDash val="solid"/>
            <a:miter lim="800000"/>
            <a:headEnd type="none" w="sm" len="sm"/>
            <a:tailEnd type="none" w="sm" len="sm"/>
          </a:ln>
        </p:spPr>
      </p:cxnSp>
      <p:pic>
        <p:nvPicPr>
          <p:cNvPr id="929" name="Google Shape;929;p29"/>
          <p:cNvPicPr preferRelativeResize="0"/>
          <p:nvPr/>
        </p:nvPicPr>
        <p:blipFill rotWithShape="1">
          <a:blip r:embed="rId4">
            <a:alphaModFix/>
          </a:blip>
          <a:srcRect/>
          <a:stretch/>
        </p:blipFill>
        <p:spPr>
          <a:xfrm>
            <a:off x="3451862" y="2544174"/>
            <a:ext cx="4801940" cy="1533432"/>
          </a:xfrm>
          <a:prstGeom prst="rect">
            <a:avLst/>
          </a:prstGeom>
          <a:noFill/>
          <a:ln>
            <a:noFill/>
          </a:ln>
        </p:spPr>
      </p:pic>
      <p:sp>
        <p:nvSpPr>
          <p:cNvPr id="930" name="Google Shape;930;p29"/>
          <p:cNvSpPr/>
          <p:nvPr/>
        </p:nvSpPr>
        <p:spPr>
          <a:xfrm>
            <a:off x="0" y="-335280"/>
            <a:ext cx="12192000" cy="7193400"/>
          </a:xfrm>
          <a:prstGeom prst="rect">
            <a:avLst/>
          </a:prstGeom>
          <a:solidFill>
            <a:srgbClr val="B611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cxnSp>
        <p:nvCxnSpPr>
          <p:cNvPr id="931" name="Google Shape;931;p29"/>
          <p:cNvCxnSpPr/>
          <p:nvPr/>
        </p:nvCxnSpPr>
        <p:spPr>
          <a:xfrm>
            <a:off x="3345180" y="2707281"/>
            <a:ext cx="0" cy="2283900"/>
          </a:xfrm>
          <a:prstGeom prst="straightConnector1">
            <a:avLst/>
          </a:prstGeom>
          <a:noFill/>
          <a:ln w="34925" cap="flat" cmpd="sng">
            <a:solidFill>
              <a:schemeClr val="dk1"/>
            </a:solidFill>
            <a:prstDash val="solid"/>
            <a:miter lim="800000"/>
            <a:headEnd type="none" w="sm" len="sm"/>
            <a:tailEnd type="none" w="sm" len="sm"/>
          </a:ln>
        </p:spPr>
      </p:cxnSp>
      <p:pic>
        <p:nvPicPr>
          <p:cNvPr id="932" name="Google Shape;932;p29"/>
          <p:cNvPicPr preferRelativeResize="0"/>
          <p:nvPr/>
        </p:nvPicPr>
        <p:blipFill rotWithShape="1">
          <a:blip r:embed="rId4">
            <a:alphaModFix/>
          </a:blip>
          <a:srcRect/>
          <a:stretch/>
        </p:blipFill>
        <p:spPr>
          <a:xfrm>
            <a:off x="3451862" y="2544174"/>
            <a:ext cx="4801940" cy="1533432"/>
          </a:xfrm>
          <a:prstGeom prst="rect">
            <a:avLst/>
          </a:prstGeom>
          <a:noFill/>
          <a:ln>
            <a:noFill/>
          </a:ln>
        </p:spPr>
      </p:pic>
    </p:spTree>
    <p:extLst>
      <p:ext uri="{BB962C8B-B14F-4D97-AF65-F5344CB8AC3E}">
        <p14:creationId xmlns:p14="http://schemas.microsoft.com/office/powerpoint/2010/main" val="3106833427"/>
      </p:ext>
    </p:extLst>
  </p:cSld>
  <p:clrMap bg1="lt1" tx1="dk1" bg2="dk2" tx2="lt2" accent1="accent1" accent2="accent2" accent3="accent3" accent4="accent4" accent5="accent5" accent6="accent6" hlink="hlink" folHlink="folHlink"/>
  <p:sldLayoutIdLst>
    <p:sldLayoutId id="2147483680" r:id="rId1"/>
    <p:sldLayoutId id="2147483681" r:id="rId2"/>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41"/>
        <p:cNvGrpSpPr/>
        <p:nvPr/>
      </p:nvGrpSpPr>
      <p:grpSpPr>
        <a:xfrm>
          <a:off x="0" y="0"/>
          <a:ext cx="0" cy="0"/>
          <a:chOff x="0" y="0"/>
          <a:chExt cx="0" cy="0"/>
        </a:xfrm>
      </p:grpSpPr>
      <p:sp>
        <p:nvSpPr>
          <p:cNvPr id="942" name="Google Shape;942;p32"/>
          <p:cNvSpPr/>
          <p:nvPr/>
        </p:nvSpPr>
        <p:spPr>
          <a:xfrm>
            <a:off x="0" y="6096000"/>
            <a:ext cx="12192000" cy="77190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43" name="Google Shape;943;p32"/>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944" name="Google Shape;944;p32"/>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venir"/>
                <a:ea typeface="Avenir"/>
                <a:cs typeface="Avenir"/>
                <a:sym typeface="Avenir"/>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venir"/>
                <a:ea typeface="Avenir"/>
                <a:cs typeface="Avenir"/>
                <a:sym typeface="Avenir"/>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venir"/>
                <a:ea typeface="Avenir"/>
                <a:cs typeface="Avenir"/>
                <a:sym typeface="Avenir"/>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45" name="Google Shape;945;p32"/>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46" name="Google Shape;946;p32"/>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47" name="Google Shape;947;p32"/>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
        <p:nvSpPr>
          <p:cNvPr id="948" name="Google Shape;948;p32"/>
          <p:cNvSpPr/>
          <p:nvPr/>
        </p:nvSpPr>
        <p:spPr>
          <a:xfrm>
            <a:off x="0" y="6140361"/>
            <a:ext cx="12192000" cy="705000"/>
          </a:xfrm>
          <a:prstGeom prst="rect">
            <a:avLst/>
          </a:prstGeom>
          <a:solidFill>
            <a:srgbClr val="B611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949" name="Google Shape;949;p32"/>
          <p:cNvPicPr preferRelativeResize="0"/>
          <p:nvPr/>
        </p:nvPicPr>
        <p:blipFill rotWithShape="1">
          <a:blip r:embed="rId14">
            <a:alphaModFix/>
          </a:blip>
          <a:srcRect/>
          <a:stretch/>
        </p:blipFill>
        <p:spPr>
          <a:xfrm>
            <a:off x="9890762" y="6165912"/>
            <a:ext cx="1935479" cy="618068"/>
          </a:xfrm>
          <a:prstGeom prst="rect">
            <a:avLst/>
          </a:prstGeom>
          <a:noFill/>
          <a:ln>
            <a:noFill/>
          </a:ln>
        </p:spPr>
      </p:pic>
    </p:spTree>
    <p:extLst>
      <p:ext uri="{BB962C8B-B14F-4D97-AF65-F5344CB8AC3E}">
        <p14:creationId xmlns:p14="http://schemas.microsoft.com/office/powerpoint/2010/main" val="3521568297"/>
      </p:ext>
    </p:extLst>
  </p:cSld>
  <p:clrMap bg1="lt1" tx1="dk1" bg2="dk2" tx2="lt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457200" y="201168"/>
            <a:ext cx="640080" cy="640080"/>
          </a:xfrm>
          <a:prstGeom prst="rect">
            <a:avLst/>
          </a:prstGeom>
          <a:noFill/>
          <a:ln/>
        </p:spPr>
        <p:txBody>
          <a:bodyPr wrap="square" rtlCol="0" anchor="ctr"/>
          <a:lstStyle/>
          <a:p>
            <a:pPr marL="0" indent="0" algn="ctr">
              <a:buNone/>
            </a:pPr>
            <a:endParaRPr lang="en-US" sz="1000" dirty="0">
              <a:solidFill>
                <a:srgbClr val="FF0000"/>
              </a:solidFill>
            </a:endParaRPr>
          </a:p>
        </p:txBody>
      </p:sp>
      <p:sp>
        <p:nvSpPr>
          <p:cNvPr id="5" name="Text 3"/>
          <p:cNvSpPr/>
          <p:nvPr/>
        </p:nvSpPr>
        <p:spPr>
          <a:xfrm>
            <a:off x="3959352" y="1285574"/>
            <a:ext cx="7772400" cy="384048"/>
          </a:xfrm>
          <a:prstGeom prst="rect">
            <a:avLst/>
          </a:prstGeom>
          <a:noFill/>
          <a:ln/>
        </p:spPr>
        <p:txBody>
          <a:bodyPr wrap="square" rtlCol="0" anchor="ctr"/>
          <a:lstStyle/>
          <a:p>
            <a:pPr marL="0" indent="0" algn="l">
              <a:buNone/>
              <a:defRPr sz="1800" b="1" i="0">
                <a:solidFill>
                  <a:srgbClr val="0F172A"/>
                </a:solidFill>
                <a:latin typeface="Calibri"/>
              </a:defRPr>
            </a:pPr>
            <a:r>
              <a:t>ReliefPlan AI: Autonomous Humanitarian Camp Layout &amp; Geospatial Optimization</a:t>
            </a:r>
            <a:endParaRPr lang="en-US" sz="2800" dirty="0">
              <a:solidFill>
                <a:srgbClr val="FF0000"/>
              </a:solidFill>
            </a:endParaRPr>
          </a:p>
        </p:txBody>
      </p:sp>
      <p:sp>
        <p:nvSpPr>
          <p:cNvPr id="6" name="Text 4"/>
          <p:cNvSpPr/>
          <p:nvPr/>
        </p:nvSpPr>
        <p:spPr>
          <a:xfrm>
            <a:off x="640080" y="1923809"/>
            <a:ext cx="10588752" cy="198882"/>
          </a:xfrm>
          <a:prstGeom prst="rect">
            <a:avLst/>
          </a:prstGeom>
          <a:noFill/>
          <a:ln/>
        </p:spPr>
        <p:txBody>
          <a:bodyPr wrap="square" rtlCol="0" anchor="ctr"/>
          <a:lstStyle/>
          <a:p>
            <a:pPr marL="0" indent="0" algn="l">
              <a:buNone/>
              <a:defRPr sz="1100" b="1" i="0">
                <a:solidFill>
                  <a:srgbClr val="1E293B"/>
                </a:solidFill>
                <a:latin typeface="Calibri"/>
              </a:defRPr>
            </a:pPr>
            <a:r>
              <a:t>Group No: 2                                                                                                Category: Research-Product-Software</a:t>
            </a:r>
            <a:endParaRPr lang="en-US" dirty="0">
              <a:solidFill>
                <a:schemeClr val="tx1"/>
              </a:solidFill>
            </a:endParaRPr>
          </a:p>
        </p:txBody>
      </p:sp>
      <p:sp>
        <p:nvSpPr>
          <p:cNvPr id="11" name="Text 9"/>
          <p:cNvSpPr/>
          <p:nvPr/>
        </p:nvSpPr>
        <p:spPr>
          <a:xfrm>
            <a:off x="6183086" y="2276127"/>
            <a:ext cx="5212080" cy="228600"/>
          </a:xfrm>
          <a:prstGeom prst="rect">
            <a:avLst/>
          </a:prstGeom>
          <a:noFill/>
          <a:ln/>
        </p:spPr>
        <p:txBody>
          <a:bodyPr wrap="square" rtlCol="0" anchor="ctr"/>
          <a:lstStyle/>
          <a:p>
            <a:pPr marL="0" indent="0">
              <a:buNone/>
            </a:pPr>
            <a:r>
              <a:rPr lang="en-US" b="1" dirty="0">
                <a:solidFill>
                  <a:srgbClr val="FF0000"/>
                </a:solidFill>
                <a:latin typeface="Calibri" pitchFamily="34" charset="0"/>
                <a:ea typeface="Calibri" pitchFamily="34" charset="-122"/>
                <a:cs typeface="Calibri" pitchFamily="34" charset="-120"/>
              </a:rPr>
              <a:t>FACULTY GUIDE</a:t>
            </a:r>
            <a:endParaRPr lang="en-US" dirty="0">
              <a:solidFill>
                <a:srgbClr val="FF0000"/>
              </a:solidFill>
            </a:endParaRPr>
          </a:p>
        </p:txBody>
      </p:sp>
      <p:sp>
        <p:nvSpPr>
          <p:cNvPr id="12" name="Text 10"/>
          <p:cNvSpPr/>
          <p:nvPr/>
        </p:nvSpPr>
        <p:spPr>
          <a:xfrm>
            <a:off x="6183086" y="2471897"/>
            <a:ext cx="5212080" cy="457200"/>
          </a:xfrm>
          <a:prstGeom prst="rect">
            <a:avLst/>
          </a:prstGeom>
          <a:noFill/>
          <a:ln/>
        </p:spPr>
        <p:txBody>
          <a:bodyPr wrap="square" rtlCol="0" anchor="t"/>
          <a:lstStyle/>
          <a:p>
            <a:pPr marL="0" indent="0">
              <a:buNone/>
            </a:pPr>
            <a:r>
              <a:rPr lang="en-US" sz="1600" dirty="0">
                <a:solidFill>
                  <a:schemeClr val="tx1"/>
                </a:solidFill>
                <a:latin typeface="Calibri" pitchFamily="34" charset="0"/>
                <a:ea typeface="Calibri" pitchFamily="34" charset="-122"/>
                <a:cs typeface="Calibri" pitchFamily="34" charset="-120"/>
              </a:rPr>
              <a:t>Dr. Bagyammal T, Professor, CSE Department</a:t>
            </a:r>
            <a:endParaRPr lang="en-US" sz="1600" dirty="0">
              <a:solidFill>
                <a:schemeClr val="tx1"/>
              </a:solidFill>
            </a:endParaRPr>
          </a:p>
        </p:txBody>
      </p:sp>
      <p:sp>
        <p:nvSpPr>
          <p:cNvPr id="13" name="Text 11"/>
          <p:cNvSpPr/>
          <p:nvPr/>
        </p:nvSpPr>
        <p:spPr>
          <a:xfrm>
            <a:off x="640080" y="2884932"/>
            <a:ext cx="4572000" cy="274320"/>
          </a:xfrm>
          <a:prstGeom prst="rect">
            <a:avLst/>
          </a:prstGeom>
          <a:noFill/>
          <a:ln/>
        </p:spPr>
        <p:txBody>
          <a:bodyPr wrap="square" rtlCol="0" anchor="ctr"/>
          <a:lstStyle/>
          <a:p>
            <a:pPr marL="0" indent="0">
              <a:buNone/>
            </a:pPr>
            <a:r>
              <a:rPr lang="en-US" sz="1600" b="1" dirty="0">
                <a:solidFill>
                  <a:srgbClr val="FF0000"/>
                </a:solidFill>
                <a:latin typeface="Calibri" pitchFamily="34" charset="0"/>
                <a:ea typeface="Calibri" pitchFamily="34" charset="-122"/>
                <a:cs typeface="Calibri" pitchFamily="34" charset="-120"/>
              </a:rPr>
              <a:t>TEAM MEMBERS</a:t>
            </a:r>
            <a:endParaRPr lang="en-US" sz="1600" dirty="0">
              <a:solidFill>
                <a:srgbClr val="FF0000"/>
              </a:solidFill>
            </a:endParaRPr>
          </a:p>
        </p:txBody>
      </p:sp>
      <p:graphicFrame>
        <p:nvGraphicFramePr>
          <p:cNvPr id="14" name="Table 0"/>
          <p:cNvGraphicFramePr>
            <a:graphicFrameLocks noGrp="1"/>
          </p:cNvGraphicFramePr>
          <p:nvPr>
            <p:extLst>
              <p:ext uri="{D42A27DB-BD31-4B8C-83A1-F6EECF244321}">
                <p14:modId xmlns:p14="http://schemas.microsoft.com/office/powerpoint/2010/main" val="1991943137"/>
              </p:ext>
            </p:extLst>
          </p:nvPr>
        </p:nvGraphicFramePr>
        <p:xfrm>
          <a:off x="640080" y="3274708"/>
          <a:ext cx="11274552" cy="1828800"/>
        </p:xfrm>
        <a:graphic>
          <a:graphicData uri="http://schemas.openxmlformats.org/drawingml/2006/table">
            <a:tbl>
              <a:tblPr/>
              <a:tblGrid>
                <a:gridCol w="118872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2862072">
                  <a:extLst>
                    <a:ext uri="{9D8B030D-6E8A-4147-A177-3AD203B41FA5}">
                      <a16:colId xmlns:a16="http://schemas.microsoft.com/office/drawing/2014/main" val="20005"/>
                    </a:ext>
                  </a:extLst>
                </a:gridCol>
              </a:tblGrid>
              <a:tr h="457200">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Roll No</a:t>
                      </a:r>
                      <a:endParaRPr lang="en-US" sz="18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C00000"/>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Name</a:t>
                      </a:r>
                      <a:endParaRPr lang="en-US" sz="18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C00000"/>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Photo</a:t>
                      </a:r>
                      <a:endParaRPr lang="en-US" sz="18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C00000"/>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Email ID</a:t>
                      </a:r>
                      <a:endParaRPr lang="en-US" sz="18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C00000"/>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Mobile No</a:t>
                      </a:r>
                      <a:endParaRPr lang="en-US" sz="18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C00000"/>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GitHub URL</a:t>
                      </a:r>
                      <a:endParaRPr lang="en-US" sz="18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C00000"/>
                    </a:solidFill>
                  </a:tcPr>
                </a:tc>
                <a:extLst>
                  <a:ext uri="{0D108BD9-81ED-4DB2-BD59-A6C34878D82A}">
                    <a16:rowId xmlns:a16="http://schemas.microsoft.com/office/drawing/2014/main" val="10000"/>
                  </a:ext>
                </a:extLst>
              </a:tr>
              <a:tr h="457200">
                <a:tc>
                  <a:txBody>
                    <a:bodyPr/>
                    <a:lstStyle/>
                    <a:p>
                      <a:pPr marL="0" indent="0" algn="l">
                        <a:buNone/>
                        <a:defRPr sz="900" b="0" i="0">
                          <a:solidFill>
                            <a:srgbClr val="1E293B"/>
                          </a:solidFill>
                          <a:latin typeface="Calibri"/>
                        </a:defRPr>
                      </a:pPr>
                      <a:r>
                        <a:t>CB.EN.U4CSE22001</a:t>
                      </a:r>
                      <a:endParaRPr lang="en-US" sz="10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l">
                        <a:buNone/>
                        <a:defRPr sz="900" b="0" i="0">
                          <a:solidFill>
                            <a:srgbClr val="1E293B"/>
                          </a:solidFill>
                          <a:latin typeface="Calibri"/>
                        </a:defRPr>
                      </a:pPr>
                      <a:r>
                        <a:t>Paarthu Reddy (Team Lead)</a:t>
                      </a:r>
                      <a:endParaRPr lang="en-US" sz="1000" dirty="0">
                        <a:solidFill>
                          <a:schemeClr val="tx1">
                            <a:lumMod val="95000"/>
                            <a:lumOff val="5000"/>
                          </a:schemeClr>
                        </a:solidFill>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l">
                        <a:buNone/>
                        <a:defRPr sz="900" b="0" i="0">
                          <a:solidFill>
                            <a:srgbClr val="1E293B"/>
                          </a:solidFill>
                          <a:latin typeface="Calibri"/>
                        </a:defRPr>
                      </a:pPr>
                      <a:r>
                        <a:t>[Photo Attached]</a:t>
                      </a:r>
                      <a:endParaRPr lang="en-US" sz="10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l">
                        <a:buNone/>
                        <a:defRPr sz="900" b="0" i="0">
                          <a:solidFill>
                            <a:srgbClr val="1E293B"/>
                          </a:solidFill>
                          <a:latin typeface="Calibri"/>
                        </a:defRPr>
                      </a:pPr>
                      <a:r>
                        <a:t>paarthureddy.g@gmail.com</a:t>
                      </a:r>
                      <a:endParaRPr lang="en-US" sz="10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l">
                        <a:buNone/>
                        <a:defRPr sz="900" b="0" i="0">
                          <a:solidFill>
                            <a:srgbClr val="1E293B"/>
                          </a:solidFill>
                          <a:latin typeface="Calibri"/>
                        </a:defRPr>
                      </a:pPr>
                      <a:r>
                        <a:t>+91 98765 43210</a:t>
                      </a:r>
                      <a:endParaRPr lang="en-US" sz="10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l">
                        <a:buNone/>
                        <a:defRPr sz="900" b="0" i="0">
                          <a:solidFill>
                            <a:srgbClr val="1E293B"/>
                          </a:solidFill>
                          <a:latin typeface="Calibri"/>
                        </a:defRPr>
                      </a:pPr>
                      <a:r>
                        <a:t>github.com/paarthureddy</a:t>
                      </a:r>
                      <a:endParaRPr lang="en-US" sz="10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defRPr sz="900" b="0" i="0">
                          <a:solidFill>
                            <a:srgbClr val="1E293B"/>
                          </a:solidFill>
                          <a:latin typeface="Calibri"/>
                        </a:defRPr>
                      </a:pPr>
                      <a:r>
                        <a:t>CB.EN.U4CSE22002</a:t>
                      </a:r>
                      <a:endParaRPr lang="en-US" sz="10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l">
                        <a:buNone/>
                        <a:defRPr sz="900" b="0" i="0">
                          <a:solidFill>
                            <a:srgbClr val="1E293B"/>
                          </a:solidFill>
                          <a:latin typeface="Calibri"/>
                        </a:defRPr>
                      </a:pPr>
                      <a:r>
                        <a:t>Team Member 2</a:t>
                      </a:r>
                      <a:endParaRPr lang="en-US" sz="10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l">
                        <a:buNone/>
                        <a:defRPr sz="900" b="0" i="0">
                          <a:solidFill>
                            <a:srgbClr val="1E293B"/>
                          </a:solidFill>
                          <a:latin typeface="Calibri"/>
                        </a:defRPr>
                      </a:pPr>
                      <a:r>
                        <a:t>[Photo Attached]</a:t>
                      </a:r>
                      <a:endParaRPr lang="en-US" sz="10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l">
                        <a:buNone/>
                        <a:defRPr sz="900" b="0" i="0">
                          <a:solidFill>
                            <a:srgbClr val="1E293B"/>
                          </a:solidFill>
                          <a:latin typeface="Calibri"/>
                        </a:defRPr>
                      </a:pPr>
                      <a:r>
                        <a:t>member2@cb.amrita.edu</a:t>
                      </a:r>
                      <a:endParaRPr lang="en-US" sz="10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l">
                        <a:buNone/>
                        <a:defRPr sz="900" b="0" i="0">
                          <a:solidFill>
                            <a:srgbClr val="1E293B"/>
                          </a:solidFill>
                          <a:latin typeface="Calibri"/>
                        </a:defRPr>
                      </a:pPr>
                      <a:r>
                        <a:t>+91 98765 43211</a:t>
                      </a:r>
                      <a:endParaRPr lang="en-US" sz="10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l">
                        <a:buNone/>
                        <a:defRPr sz="900" b="0" i="0">
                          <a:solidFill>
                            <a:srgbClr val="1E293B"/>
                          </a:solidFill>
                          <a:latin typeface="Calibri"/>
                        </a:defRPr>
                      </a:pPr>
                      <a:r>
                        <a:t>github.com/member2</a:t>
                      </a:r>
                      <a:endParaRPr lang="en-US" sz="10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lgn="l">
                        <a:buNone/>
                        <a:defRPr sz="900" b="0" i="0">
                          <a:solidFill>
                            <a:srgbClr val="1E293B"/>
                          </a:solidFill>
                          <a:latin typeface="Calibri"/>
                        </a:defRPr>
                      </a:pPr>
                      <a:r>
                        <a:t>CB.EN.U4CSE22003</a:t>
                      </a:r>
                      <a:endParaRPr lang="en-US" sz="10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l">
                        <a:buNone/>
                        <a:defRPr sz="900" b="0" i="0">
                          <a:solidFill>
                            <a:srgbClr val="1E293B"/>
                          </a:solidFill>
                          <a:latin typeface="Calibri"/>
                        </a:defRPr>
                      </a:pPr>
                      <a:r>
                        <a:t>Team Member 3</a:t>
                      </a:r>
                      <a:endParaRPr lang="en-US" sz="10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l">
                        <a:buNone/>
                        <a:defRPr sz="900" b="0" i="0">
                          <a:solidFill>
                            <a:srgbClr val="1E293B"/>
                          </a:solidFill>
                          <a:latin typeface="Calibri"/>
                        </a:defRPr>
                      </a:pPr>
                      <a:r>
                        <a:t>[Photo Attached]</a:t>
                      </a:r>
                      <a:endParaRPr lang="en-US" sz="10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l">
                        <a:buNone/>
                        <a:defRPr sz="900" b="0" i="0">
                          <a:solidFill>
                            <a:srgbClr val="1E293B"/>
                          </a:solidFill>
                          <a:latin typeface="Calibri"/>
                        </a:defRPr>
                      </a:pPr>
                      <a:r>
                        <a:t>member3@cb.amrita.edu</a:t>
                      </a:r>
                      <a:endParaRPr lang="en-US" sz="10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l">
                        <a:buNone/>
                        <a:defRPr sz="900" b="0" i="0">
                          <a:solidFill>
                            <a:srgbClr val="1E293B"/>
                          </a:solidFill>
                          <a:latin typeface="Calibri"/>
                        </a:defRPr>
                      </a:pPr>
                      <a:r>
                        <a:t>+91 98765 43212</a:t>
                      </a:r>
                      <a:endParaRPr lang="en-US" sz="10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l">
                        <a:buNone/>
                        <a:defRPr sz="900" b="0" i="0">
                          <a:solidFill>
                            <a:srgbClr val="1E293B"/>
                          </a:solidFill>
                          <a:latin typeface="Calibri"/>
                        </a:defRPr>
                      </a:pPr>
                      <a:r>
                        <a:t>github.com/member3</a:t>
                      </a:r>
                      <a:endParaRPr lang="en-US" sz="1000" dirty="0">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6" name="Text 13"/>
          <p:cNvSpPr/>
          <p:nvPr/>
        </p:nvSpPr>
        <p:spPr>
          <a:xfrm>
            <a:off x="640080" y="5166360"/>
            <a:ext cx="10972800" cy="502920"/>
          </a:xfrm>
          <a:prstGeom prst="rect">
            <a:avLst/>
          </a:prstGeom>
          <a:noFill/>
          <a:ln/>
        </p:spPr>
        <p:txBody>
          <a:bodyPr wrap="square" rtlCol="0" anchor="ctr"/>
          <a:lstStyle/>
          <a:p>
            <a:pPr marL="0" indent="0" algn="l">
              <a:buNone/>
              <a:defRPr sz="819" b="0" i="0">
                <a:solidFill>
                  <a:srgbClr val="2563EB"/>
                </a:solidFill>
                <a:latin typeface="Calibri"/>
              </a:defRPr>
            </a:pPr>
            <a:r>
              <a:t>LinkedIn Product Demo:  https://www.linkedin.com/in/demo 					   GitHub Repository: https://github.com/paarthureddy/Campout-Emergency_Camp_layout_-Generator-</a:t>
            </a:r>
            <a:endParaRPr lang="en-US" dirty="0">
              <a:solidFill>
                <a:srgbClr val="FF0000"/>
              </a:solidFill>
            </a:endParaRPr>
          </a:p>
        </p:txBody>
      </p:sp>
      <p:sp>
        <p:nvSpPr>
          <p:cNvPr id="17" name="Text 14"/>
          <p:cNvSpPr/>
          <p:nvPr/>
        </p:nvSpPr>
        <p:spPr>
          <a:xfrm>
            <a:off x="11548872" y="6446520"/>
            <a:ext cx="365760" cy="274320"/>
          </a:xfrm>
          <a:prstGeom prst="rect">
            <a:avLst/>
          </a:prstGeom>
          <a:noFill/>
          <a:ln/>
        </p:spPr>
        <p:txBody>
          <a:bodyPr wrap="square" rtlCol="0" anchor="ctr"/>
          <a:lstStyle/>
          <a:p>
            <a:pPr marL="0" indent="0" algn="r">
              <a:buNone/>
            </a:pPr>
            <a:r>
              <a:rPr lang="en-US" sz="1100" dirty="0">
                <a:solidFill>
                  <a:srgbClr val="FF0000"/>
                </a:solidFill>
                <a:latin typeface="Calibri" pitchFamily="34" charset="0"/>
                <a:ea typeface="Calibri" pitchFamily="34" charset="-122"/>
                <a:cs typeface="Calibri" pitchFamily="34" charset="-120"/>
              </a:rPr>
              <a:t>2</a:t>
            </a:r>
            <a:endParaRPr lang="en-US" sz="1100" dirty="0">
              <a:solidFill>
                <a:srgbClr val="FF0000"/>
              </a:solidFill>
            </a:endParaRPr>
          </a:p>
        </p:txBody>
      </p:sp>
      <p:sp>
        <p:nvSpPr>
          <p:cNvPr id="18" name="Text 15"/>
          <p:cNvSpPr/>
          <p:nvPr/>
        </p:nvSpPr>
        <p:spPr>
          <a:xfrm>
            <a:off x="457200" y="6446520"/>
            <a:ext cx="4572000" cy="274320"/>
          </a:xfrm>
          <a:prstGeom prst="rect">
            <a:avLst/>
          </a:prstGeom>
          <a:noFill/>
          <a:ln/>
        </p:spPr>
        <p:txBody>
          <a:bodyPr wrap="square" rtlCol="0" anchor="ctr"/>
          <a:lstStyle/>
          <a:p>
            <a:pPr marL="0" indent="0">
              <a:buNone/>
            </a:pPr>
            <a:endParaRPr lang="en-US" sz="1050" dirty="0">
              <a:solidFill>
                <a:srgbClr val="FF0000"/>
              </a:solidFill>
            </a:endParaRPr>
          </a:p>
        </p:txBody>
      </p:sp>
      <p:sp>
        <p:nvSpPr>
          <p:cNvPr id="20" name="TextBox 19">
            <a:extLst>
              <a:ext uri="{FF2B5EF4-FFF2-40B4-BE49-F238E27FC236}">
                <a16:creationId xmlns:a16="http://schemas.microsoft.com/office/drawing/2014/main" id="{82363E79-8852-E211-BCE6-3E9C3F640AA7}"/>
              </a:ext>
            </a:extLst>
          </p:cNvPr>
          <p:cNvSpPr txBox="1"/>
          <p:nvPr/>
        </p:nvSpPr>
        <p:spPr>
          <a:xfrm>
            <a:off x="640080" y="5605492"/>
            <a:ext cx="9940834" cy="584775"/>
          </a:xfrm>
          <a:prstGeom prst="rect">
            <a:avLst/>
          </a:prstGeom>
          <a:noFill/>
        </p:spPr>
        <p:txBody>
          <a:bodyPr wrap="square">
            <a:spAutoFit/>
          </a:bodyPr>
          <a:lstStyle/>
          <a:p>
            <a:pPr marL="0" indent="0" algn="l">
              <a:buNone/>
              <a:defRPr sz="1050" b="1" i="0">
                <a:solidFill>
                  <a:srgbClr val="0F172A"/>
                </a:solidFill>
                <a:latin typeface="Calibri"/>
              </a:defRPr>
            </a:pPr>
            <a:r>
              <a:t>This presentation is prepared for Course: 23CSE473 – Neural Networks and Deep Learning</a:t>
            </a:r>
          </a:p>
          <a:p>
            <a:pPr marL="0" indent="0" algn="l">
              <a:buNone/>
              <a:defRPr sz="950" b="0" i="1">
                <a:solidFill>
                  <a:srgbClr val="475569"/>
                </a:solidFill>
                <a:latin typeface="Calibri"/>
              </a:defRPr>
            </a:pPr>
            <a:r>
              <a:t>Case Study 1: AI-Powered Disaster Relief Camp Planning Using Satellite Imagery and Spatial Optimization</a:t>
            </a:r>
            <a:endParaRPr lang="en-US" sz="1600" dirty="0">
              <a:solidFill>
                <a:srgbClr val="FF0000"/>
              </a:solidFill>
            </a:endParaRPr>
          </a:p>
        </p:txBody>
      </p:sp>
      <p:pic>
        <p:nvPicPr>
          <p:cNvPr id="22" name="Picture 2" descr="Amrita Vishwa Vidyapeetham, Coimbatore: Courses, Fees ...">
            <a:extLst>
              <a:ext uri="{FF2B5EF4-FFF2-40B4-BE49-F238E27FC236}">
                <a16:creationId xmlns:a16="http://schemas.microsoft.com/office/drawing/2014/main" id="{8F23BC69-80AD-8BA8-BC5B-CEF206E32DE4}"/>
              </a:ext>
            </a:extLst>
          </p:cNvPr>
          <p:cNvPicPr>
            <a:picLocks noChangeAspect="1" noChangeArrowheads="1"/>
          </p:cNvPicPr>
          <p:nvPr/>
        </p:nvPicPr>
        <p:blipFill>
          <a:blip r:embed="rId3"/>
          <a:srcRect/>
          <a:stretch>
            <a:fillRect/>
          </a:stretch>
        </p:blipFill>
        <p:spPr bwMode="auto">
          <a:xfrm>
            <a:off x="5825989" y="133557"/>
            <a:ext cx="965000" cy="943069"/>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7315200" cy="502920"/>
          </a:xfrm>
          <a:prstGeom prst="rect">
            <a:avLst/>
          </a:prstGeom>
          <a:noFill/>
          <a:ln/>
        </p:spPr>
        <p:txBody>
          <a:bodyPr wrap="square" rtlCol="0" anchor="ctr"/>
          <a:lstStyle/>
          <a:p>
            <a:pPr marL="0" indent="0">
              <a:buNone/>
            </a:pPr>
            <a:r>
              <a:rPr lang="en-US" sz="3000" b="1" dirty="0">
                <a:solidFill>
                  <a:srgbClr val="FF0000"/>
                </a:solidFill>
                <a:latin typeface="Cambria" pitchFamily="34" charset="0"/>
                <a:ea typeface="Cambria" pitchFamily="34" charset="-122"/>
                <a:cs typeface="Cambria" pitchFamily="34" charset="-120"/>
              </a:rPr>
              <a:t>Problem Statement:</a:t>
            </a:r>
            <a:endParaRPr lang="en-US" sz="3000" dirty="0">
              <a:solidFill>
                <a:srgbClr val="FF0000"/>
              </a:solidFill>
            </a:endParaRPr>
          </a:p>
        </p:txBody>
      </p:sp>
      <p:sp>
        <p:nvSpPr>
          <p:cNvPr id="3" name="Text 1"/>
          <p:cNvSpPr/>
          <p:nvPr/>
        </p:nvSpPr>
        <p:spPr>
          <a:xfrm>
            <a:off x="457200" y="868680"/>
            <a:ext cx="5486400" cy="1005840"/>
          </a:xfrm>
          <a:prstGeom prst="rect">
            <a:avLst/>
          </a:prstGeom>
          <a:noFill/>
          <a:ln/>
        </p:spPr>
        <p:txBody>
          <a:bodyPr wrap="square" rtlCol="0" anchor="ctr"/>
          <a:lstStyle/>
          <a:p>
            <a:pPr marL="0" indent="0" algn="l">
              <a:buNone/>
              <a:defRPr sz="950" b="0" i="0">
                <a:solidFill>
                  <a:srgbClr val="334155"/>
                </a:solidFill>
                <a:latin typeface="Calibri"/>
              </a:defRPr>
            </a:pPr>
            <a:r>
              <a:t>• Emergency camp planning under crisis is done manually using static rulebooks and paper GIS maps.</a:t>
            </a:r>
            <a:endParaRPr lang="en-US" sz="1200" dirty="0">
              <a:solidFill>
                <a:srgbClr val="FF0000"/>
              </a:solidFill>
            </a:endParaRPr>
          </a:p>
          <a:p>
            <a:pPr algn="l">
              <a:defRPr sz="950" b="0" i="0">
                <a:solidFill>
                  <a:srgbClr val="334155"/>
                </a:solidFill>
                <a:latin typeface="Calibri"/>
              </a:defRPr>
            </a:pPr>
            <a:r>
              <a:t>• This manual process takes days, produces suboptimal land packing, and creates severe fire hazards.</a:t>
            </a:r>
          </a:p>
          <a:p>
            <a:pPr algn="l">
              <a:defRPr sz="950" b="0" i="0">
                <a:solidFill>
                  <a:srgbClr val="334155"/>
                </a:solidFill>
                <a:latin typeface="Calibri"/>
              </a:defRPr>
            </a:pPr>
            <a:r>
              <a:t>• Poor spacing causes unequal walking access (&gt;300m) and elevates infectious disease risks.</a:t>
            </a:r>
          </a:p>
        </p:txBody>
      </p:sp>
      <p:sp>
        <p:nvSpPr>
          <p:cNvPr id="5" name="Text 3"/>
          <p:cNvSpPr/>
          <p:nvPr/>
        </p:nvSpPr>
        <p:spPr>
          <a:xfrm>
            <a:off x="18288000" y="2011680"/>
            <a:ext cx="411480" cy="411480"/>
          </a:xfrm>
          <a:prstGeom prst="rect">
            <a:avLst/>
          </a:prstGeom>
          <a:noFill/>
          <a:ln/>
        </p:spPr>
        <p:txBody>
          <a:bodyPr wrap="square" rtlCol="0" anchor="ctr"/>
          <a:lstStyle/>
          <a:p>
            <a:pPr marL="0" indent="0" algn="ctr">
              <a:buNone/>
            </a:pPr>
            <a:endParaRPr lang="en-US" sz="1800" dirty="0">
              <a:solidFill>
                <a:srgbClr val="FF0000"/>
              </a:solidFill>
            </a:endParaRPr>
          </a:p>
        </p:txBody>
      </p:sp>
      <p:sp>
        <p:nvSpPr>
          <p:cNvPr id="6" name="Text 4"/>
          <p:cNvSpPr/>
          <p:nvPr/>
        </p:nvSpPr>
        <p:spPr>
          <a:xfrm>
            <a:off x="457200" y="2057400"/>
            <a:ext cx="4572000" cy="411480"/>
          </a:xfrm>
          <a:prstGeom prst="rect">
            <a:avLst/>
          </a:prstGeom>
          <a:noFill/>
          <a:ln/>
        </p:spPr>
        <p:txBody>
          <a:bodyPr wrap="square" rtlCol="0" anchor="ctr"/>
          <a:lstStyle/>
          <a:p>
            <a:r>
              <a:rPr lang="en-US" sz="3000" b="1" dirty="0">
                <a:solidFill>
                  <a:srgbClr val="FF0000"/>
                </a:solidFill>
                <a:latin typeface="Cambria" pitchFamily="34" charset="0"/>
                <a:ea typeface="Cambria" pitchFamily="34" charset="-122"/>
              </a:rPr>
              <a:t>Objective:</a:t>
            </a:r>
          </a:p>
        </p:txBody>
      </p:sp>
      <p:sp>
        <p:nvSpPr>
          <p:cNvPr id="7" name="Text 5"/>
          <p:cNvSpPr/>
          <p:nvPr/>
        </p:nvSpPr>
        <p:spPr>
          <a:xfrm>
            <a:off x="1005840" y="2487168"/>
            <a:ext cx="4846320" cy="640080"/>
          </a:xfrm>
          <a:prstGeom prst="rect">
            <a:avLst/>
          </a:prstGeom>
          <a:noFill/>
          <a:ln/>
        </p:spPr>
        <p:txBody>
          <a:bodyPr wrap="square" rtlCol="0" anchor="ctr"/>
          <a:lstStyle/>
          <a:p>
            <a:pPr marL="0" indent="0" algn="l">
              <a:buNone/>
              <a:defRPr sz="980" b="1" i="0">
                <a:solidFill>
                  <a:srgbClr val="0F172A"/>
                </a:solidFill>
                <a:latin typeface="Calibri"/>
              </a:defRPr>
            </a:pPr>
            <a:r>
              <a:t>To build an autonomous geospatial intelligence system that ingests raw satellite imagery, performs 7-class semantic terrain segmentation, and synthesizes UNHCR-compliant camp layouts in under 3 seconds.</a:t>
            </a:r>
            <a:endParaRPr lang="en-US" sz="1200" dirty="0">
              <a:solidFill>
                <a:srgbClr val="FF0000"/>
              </a:solidFill>
            </a:endParaRPr>
          </a:p>
        </p:txBody>
      </p:sp>
      <p:sp>
        <p:nvSpPr>
          <p:cNvPr id="9" name="Text 7"/>
          <p:cNvSpPr/>
          <p:nvPr/>
        </p:nvSpPr>
        <p:spPr>
          <a:xfrm>
            <a:off x="18288000" y="3291840"/>
            <a:ext cx="411480" cy="411480"/>
          </a:xfrm>
          <a:prstGeom prst="rect">
            <a:avLst/>
          </a:prstGeom>
          <a:noFill/>
          <a:ln/>
        </p:spPr>
        <p:txBody>
          <a:bodyPr wrap="square" rtlCol="0" anchor="ctr"/>
          <a:lstStyle/>
          <a:p>
            <a:pPr marL="0" indent="0" algn="ctr">
              <a:buNone/>
            </a:pPr>
            <a:endParaRPr lang="en-US" sz="1800" dirty="0">
              <a:solidFill>
                <a:srgbClr val="FF0000"/>
              </a:solidFill>
            </a:endParaRPr>
          </a:p>
        </p:txBody>
      </p:sp>
      <p:sp>
        <p:nvSpPr>
          <p:cNvPr id="10" name="Text 8"/>
          <p:cNvSpPr/>
          <p:nvPr/>
        </p:nvSpPr>
        <p:spPr>
          <a:xfrm>
            <a:off x="457200" y="3291840"/>
            <a:ext cx="4572000" cy="411480"/>
          </a:xfrm>
          <a:prstGeom prst="rect">
            <a:avLst/>
          </a:prstGeom>
          <a:noFill/>
          <a:ln/>
        </p:spPr>
        <p:txBody>
          <a:bodyPr wrap="square" rtlCol="0" anchor="ctr"/>
          <a:lstStyle/>
          <a:p>
            <a:pPr marL="0" indent="0">
              <a:buNone/>
            </a:pPr>
            <a:r>
              <a:rPr lang="en-US" sz="3000" b="1" dirty="0">
                <a:solidFill>
                  <a:srgbClr val="FF0000"/>
                </a:solidFill>
                <a:latin typeface="Cambria" pitchFamily="34" charset="0"/>
                <a:ea typeface="Cambria" pitchFamily="34" charset="-122"/>
              </a:rPr>
              <a:t>Sub-Objectives:</a:t>
            </a:r>
          </a:p>
        </p:txBody>
      </p:sp>
      <p:sp>
        <p:nvSpPr>
          <p:cNvPr id="11" name="Text 9"/>
          <p:cNvSpPr/>
          <p:nvPr/>
        </p:nvSpPr>
        <p:spPr>
          <a:xfrm>
            <a:off x="18288000" y="3749040"/>
            <a:ext cx="4846320" cy="1371600"/>
          </a:xfrm>
          <a:prstGeom prst="rect">
            <a:avLst/>
          </a:prstGeom>
          <a:noFill/>
          <a:ln/>
        </p:spPr>
        <p:txBody>
          <a:bodyPr wrap="square" rtlCol="0" anchor="ctr"/>
          <a:lstStyle/>
          <a:p>
            <a:pPr marL="342900" indent="-342900">
              <a:spcAft>
                <a:spcPts val="600"/>
              </a:spcAft>
              <a:buSzPct val="100000"/>
              <a:buChar char="•"/>
            </a:pPr>
            <a:endParaRPr lang="en-US" sz="1200" dirty="0">
              <a:solidFill>
                <a:srgbClr val="FF0000"/>
              </a:solidFill>
            </a:endParaRPr>
          </a:p>
        </p:txBody>
      </p:sp>
      <p:sp>
        <p:nvSpPr>
          <p:cNvPr id="13" name="Text 11"/>
          <p:cNvSpPr/>
          <p:nvPr/>
        </p:nvSpPr>
        <p:spPr>
          <a:xfrm>
            <a:off x="5989320" y="480060"/>
            <a:ext cx="5577840" cy="274320"/>
          </a:xfrm>
          <a:prstGeom prst="rect">
            <a:avLst/>
          </a:prstGeom>
          <a:noFill/>
          <a:ln/>
        </p:spPr>
        <p:txBody>
          <a:bodyPr wrap="square" rtlCol="0" anchor="ctr"/>
          <a:lstStyle/>
          <a:p>
            <a:pPr marL="0" indent="0">
              <a:buNone/>
            </a:pPr>
            <a:r>
              <a:rPr lang="en-US" sz="3000" b="1" dirty="0">
                <a:solidFill>
                  <a:srgbClr val="FF0000"/>
                </a:solidFill>
                <a:latin typeface="Cambria" pitchFamily="34" charset="0"/>
                <a:ea typeface="Cambria" pitchFamily="34" charset="-122"/>
              </a:rPr>
              <a:t>Architecture diagram:</a:t>
            </a:r>
          </a:p>
        </p:txBody>
      </p:sp>
      <p:sp>
        <p:nvSpPr>
          <p:cNvPr id="15" name="Text 13"/>
          <p:cNvSpPr/>
          <p:nvPr/>
        </p:nvSpPr>
        <p:spPr>
          <a:xfrm>
            <a:off x="6195060" y="3383280"/>
            <a:ext cx="1051560" cy="640080"/>
          </a:xfrm>
          <a:prstGeom prst="rect">
            <a:avLst/>
          </a:prstGeom>
          <a:noFill/>
          <a:ln/>
        </p:spPr>
        <p:txBody>
          <a:bodyPr wrap="square" rtlCol="0" anchor="ctr"/>
          <a:lstStyle/>
          <a:p>
            <a:pPr marL="0" indent="0" algn="ctr">
              <a:buNone/>
            </a:pPr>
            <a:endParaRPr lang="en-US" sz="1000" dirty="0">
              <a:solidFill>
                <a:srgbClr val="FF0000"/>
              </a:solidFill>
            </a:endParaRPr>
          </a:p>
        </p:txBody>
      </p:sp>
      <p:sp>
        <p:nvSpPr>
          <p:cNvPr id="18" name="Text 16"/>
          <p:cNvSpPr/>
          <p:nvPr/>
        </p:nvSpPr>
        <p:spPr>
          <a:xfrm>
            <a:off x="7566660" y="3383280"/>
            <a:ext cx="1051560" cy="640080"/>
          </a:xfrm>
          <a:prstGeom prst="rect">
            <a:avLst/>
          </a:prstGeom>
          <a:noFill/>
          <a:ln/>
        </p:spPr>
        <p:txBody>
          <a:bodyPr wrap="square" rtlCol="0" anchor="ctr"/>
          <a:lstStyle/>
          <a:p>
            <a:pPr marL="0" indent="0" algn="ctr">
              <a:buNone/>
            </a:pPr>
            <a:endParaRPr lang="en-US" sz="1000" dirty="0">
              <a:solidFill>
                <a:srgbClr val="FF0000"/>
              </a:solidFill>
            </a:endParaRPr>
          </a:p>
        </p:txBody>
      </p:sp>
      <p:sp>
        <p:nvSpPr>
          <p:cNvPr id="21" name="Text 19"/>
          <p:cNvSpPr/>
          <p:nvPr/>
        </p:nvSpPr>
        <p:spPr>
          <a:xfrm>
            <a:off x="8938260" y="3383280"/>
            <a:ext cx="1051560" cy="640080"/>
          </a:xfrm>
          <a:prstGeom prst="rect">
            <a:avLst/>
          </a:prstGeom>
          <a:noFill/>
          <a:ln/>
        </p:spPr>
        <p:txBody>
          <a:bodyPr wrap="square" rtlCol="0" anchor="ctr"/>
          <a:lstStyle/>
          <a:p>
            <a:pPr marL="0" indent="0" algn="ctr">
              <a:buNone/>
            </a:pPr>
            <a:endParaRPr lang="en-US" sz="1000" dirty="0">
              <a:solidFill>
                <a:srgbClr val="FF0000"/>
              </a:solidFill>
            </a:endParaRPr>
          </a:p>
        </p:txBody>
      </p:sp>
      <p:sp>
        <p:nvSpPr>
          <p:cNvPr id="25" name="Text 23"/>
          <p:cNvSpPr/>
          <p:nvPr/>
        </p:nvSpPr>
        <p:spPr>
          <a:xfrm>
            <a:off x="5989320" y="5394960"/>
            <a:ext cx="5577840" cy="548640"/>
          </a:xfrm>
          <a:prstGeom prst="rect">
            <a:avLst/>
          </a:prstGeom>
          <a:noFill/>
          <a:ln/>
        </p:spPr>
        <p:txBody>
          <a:bodyPr wrap="square" rtlCol="0" anchor="ctr"/>
          <a:lstStyle/>
          <a:p>
            <a:pPr marL="0" indent="0" algn="ctr">
              <a:buNone/>
            </a:pPr>
            <a:endParaRPr lang="en-US" sz="1000" dirty="0">
              <a:solidFill>
                <a:srgbClr val="FF0000"/>
              </a:solidFill>
            </a:endParaRPr>
          </a:p>
        </p:txBody>
      </p:sp>
      <p:sp>
        <p:nvSpPr>
          <p:cNvPr id="26" name="Text 2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FF0000"/>
                </a:solidFill>
                <a:latin typeface="Calibri" pitchFamily="34" charset="0"/>
                <a:ea typeface="Calibri" pitchFamily="34" charset="-122"/>
                <a:cs typeface="Calibri" pitchFamily="34" charset="-120"/>
              </a:rPr>
              <a:t>3</a:t>
            </a:r>
            <a:endParaRPr lang="en-US" sz="1000" dirty="0">
              <a:solidFill>
                <a:srgbClr val="FF0000"/>
              </a:solidFill>
            </a:endParaRPr>
          </a:p>
        </p:txBody>
      </p:sp>
      <p:sp>
        <p:nvSpPr>
          <p:cNvPr id="27" name="TextBox 26"/>
          <p:cNvSpPr txBox="1"/>
          <p:nvPr/>
        </p:nvSpPr>
        <p:spPr>
          <a:xfrm>
            <a:off x="438912" y="3749039"/>
            <a:ext cx="5120640" cy="2011680"/>
          </a:xfrm>
          <a:prstGeom prst="rect">
            <a:avLst/>
          </a:prstGeom>
          <a:noFill/>
        </p:spPr>
        <p:txBody>
          <a:bodyPr wrap="square">
            <a:spAutoFit/>
          </a:bodyPr>
          <a:lstStyle/>
          <a:p>
            <a:pPr algn="l">
              <a:defRPr sz="919" b="0" i="0">
                <a:solidFill>
                  <a:srgbClr val="334155"/>
                </a:solidFill>
                <a:latin typeface="Calibri"/>
              </a:defRPr>
            </a:pPr>
            <a:r>
              <a:t>• Train DeepLabV3+ with ASPP on the LoveDA satellite dataset to accurately map 7 terrain classes.</a:t>
            </a:r>
          </a:p>
          <a:p>
            <a:pPr algn="l">
              <a:defRPr sz="919" b="0" i="0">
                <a:solidFill>
                  <a:srgbClr val="334155"/>
                </a:solidFill>
                <a:latin typeface="Calibri"/>
              </a:defRPr>
            </a:pPr>
            <a:r>
              <a:t>• Formulate a 20m morphological hydrological safety buffer around water bodies for flood protection.</a:t>
            </a:r>
          </a:p>
          <a:p>
            <a:pPr algn="l">
              <a:defRPr sz="919" b="0" i="0">
                <a:solidFill>
                  <a:srgbClr val="334155"/>
                </a:solidFill>
                <a:latin typeface="Calibri"/>
              </a:defRPr>
            </a:pPr>
            <a:r>
              <a:t>• Engineer a multi-scale contour infill optimization algorithm (14x14px + 7x7px) to eliminate dead space.</a:t>
            </a:r>
          </a:p>
          <a:p>
            <a:pPr algn="l">
              <a:defRPr sz="919" b="0" i="0">
                <a:solidFill>
                  <a:srgbClr val="334155"/>
                </a:solidFill>
                <a:latin typeface="Calibri"/>
              </a:defRPr>
            </a:pPr>
            <a:r>
              <a:t>• Deploy an interactive Humanitarian Command Center UI with before/after split slider and Sphere manifest.</a:t>
            </a:r>
          </a:p>
        </p:txBody>
      </p:sp>
      <p:pic>
        <p:nvPicPr>
          <p:cNvPr id="28" name="Picture 27" descr="architecture_diagram.png"/>
          <p:cNvPicPr>
            <a:picLocks noChangeAspect="1"/>
          </p:cNvPicPr>
          <p:nvPr/>
        </p:nvPicPr>
        <p:blipFill>
          <a:blip r:embed="rId3"/>
          <a:stretch>
            <a:fillRect/>
          </a:stretch>
        </p:blipFill>
        <p:spPr>
          <a:xfrm>
            <a:off x="5852160" y="822960"/>
            <a:ext cx="5577840" cy="493776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10058400" cy="502920"/>
          </a:xfrm>
          <a:prstGeom prst="rect">
            <a:avLst/>
          </a:prstGeom>
          <a:noFill/>
          <a:ln/>
        </p:spPr>
        <p:txBody>
          <a:bodyPr wrap="square" rtlCol="0" anchor="ctr"/>
          <a:lstStyle/>
          <a:p>
            <a:pPr marL="0" indent="0">
              <a:buNone/>
            </a:pPr>
            <a:r>
              <a:rPr lang="en-US" sz="2800" b="1" dirty="0">
                <a:solidFill>
                  <a:srgbClr val="FF0000"/>
                </a:solidFill>
                <a:latin typeface="Cambria" pitchFamily="34" charset="0"/>
                <a:ea typeface="Cambria" pitchFamily="34" charset="-122"/>
                <a:cs typeface="Cambria" pitchFamily="34" charset="-120"/>
              </a:rPr>
              <a:t>Similar Products in the Same Area:</a:t>
            </a:r>
            <a:endParaRPr lang="en-US" sz="2800" dirty="0">
              <a:solidFill>
                <a:srgbClr val="FF0000"/>
              </a:solidFill>
            </a:endParaRPr>
          </a:p>
        </p:txBody>
      </p:sp>
      <p:sp>
        <p:nvSpPr>
          <p:cNvPr id="3" name="Text 1"/>
          <p:cNvSpPr/>
          <p:nvPr/>
        </p:nvSpPr>
        <p:spPr>
          <a:xfrm>
            <a:off x="457200" y="896112"/>
            <a:ext cx="9144000" cy="320040"/>
          </a:xfrm>
          <a:prstGeom prst="rect">
            <a:avLst/>
          </a:prstGeom>
          <a:noFill/>
          <a:ln/>
        </p:spPr>
        <p:txBody>
          <a:bodyPr wrap="square" rtlCol="0" anchor="ctr"/>
          <a:lstStyle/>
          <a:p>
            <a:pPr marL="0" indent="0" algn="l">
              <a:buNone/>
              <a:defRPr sz="1050" b="1" i="0">
                <a:solidFill>
                  <a:srgbClr val="475569"/>
                </a:solidFill>
                <a:latin typeface="Calibri"/>
              </a:defRPr>
            </a:pPr>
            <a:r>
              <a:t>Comprehensive state-of-the-art comparison: Existing disaster mapping and humanitarian settlement planning systems.</a:t>
            </a:r>
            <a:endParaRPr lang="en-US" sz="1200" dirty="0">
              <a:solidFill>
                <a:srgbClr val="FF0000"/>
              </a:solidFill>
            </a:endParaRPr>
          </a:p>
        </p:txBody>
      </p:sp>
      <p:graphicFrame>
        <p:nvGraphicFramePr>
          <p:cNvPr id="5" name="Table 0"/>
          <p:cNvGraphicFramePr>
            <a:graphicFrameLocks noGrp="1"/>
          </p:cNvGraphicFramePr>
          <p:nvPr>
            <p:extLst>
              <p:ext uri="{D42A27DB-BD31-4B8C-83A1-F6EECF244321}">
                <p14:modId xmlns:p14="http://schemas.microsoft.com/office/powerpoint/2010/main" val="2745995237"/>
              </p:ext>
            </p:extLst>
          </p:nvPr>
        </p:nvGraphicFramePr>
        <p:xfrm>
          <a:off x="263236" y="1417320"/>
          <a:ext cx="11285635" cy="3688080"/>
        </p:xfrm>
        <a:graphic>
          <a:graphicData uri="http://schemas.openxmlformats.org/drawingml/2006/table">
            <a:tbl>
              <a:tblPr/>
              <a:tblGrid>
                <a:gridCol w="1584893">
                  <a:extLst>
                    <a:ext uri="{9D8B030D-6E8A-4147-A177-3AD203B41FA5}">
                      <a16:colId xmlns:a16="http://schemas.microsoft.com/office/drawing/2014/main" val="20000"/>
                    </a:ext>
                  </a:extLst>
                </a:gridCol>
                <a:gridCol w="1584893">
                  <a:extLst>
                    <a:ext uri="{9D8B030D-6E8A-4147-A177-3AD203B41FA5}">
                      <a16:colId xmlns:a16="http://schemas.microsoft.com/office/drawing/2014/main" val="2081401370"/>
                    </a:ext>
                  </a:extLst>
                </a:gridCol>
                <a:gridCol w="3489412">
                  <a:extLst>
                    <a:ext uri="{9D8B030D-6E8A-4147-A177-3AD203B41FA5}">
                      <a16:colId xmlns:a16="http://schemas.microsoft.com/office/drawing/2014/main" val="20001"/>
                    </a:ext>
                  </a:extLst>
                </a:gridCol>
                <a:gridCol w="4626437">
                  <a:extLst>
                    <a:ext uri="{9D8B030D-6E8A-4147-A177-3AD203B41FA5}">
                      <a16:colId xmlns:a16="http://schemas.microsoft.com/office/drawing/2014/main" val="20002"/>
                    </a:ext>
                  </a:extLst>
                </a:gridCol>
              </a:tblGrid>
              <a:tr h="914400">
                <a:tc>
                  <a:txBody>
                    <a:bodyPr/>
                    <a:lstStyle/>
                    <a:p>
                      <a:pPr marL="0" indent="0" algn="ctr">
                        <a:buNone/>
                      </a:pPr>
                      <a:r>
                        <a:rPr lang="en-US" sz="2800" b="1" dirty="0">
                          <a:solidFill>
                            <a:schemeClr val="bg1"/>
                          </a:solidFill>
                          <a:latin typeface="Calibri" pitchFamily="34" charset="0"/>
                          <a:ea typeface="Calibri" pitchFamily="34" charset="-122"/>
                          <a:cs typeface="Calibri" pitchFamily="34" charset="-120"/>
                        </a:rPr>
                        <a:t>Product Name </a:t>
                      </a:r>
                      <a:endParaRPr lang="en-US" sz="2800" dirty="0">
                        <a:solidFill>
                          <a:schemeClr val="bg1"/>
                        </a:solidFill>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C00000"/>
                    </a:solidFill>
                  </a:tcPr>
                </a:tc>
                <a:tc>
                  <a:txBody>
                    <a:bodyPr/>
                    <a:lstStyle/>
                    <a:p>
                      <a:pPr marL="0" indent="0" algn="ctr">
                        <a:buNone/>
                      </a:pPr>
                      <a:r>
                        <a:rPr lang="en-US" sz="2800" b="1" i="0" u="none" strike="noStrike" cap="none" dirty="0">
                          <a:solidFill>
                            <a:schemeClr val="bg1"/>
                          </a:solidFill>
                          <a:latin typeface="Calibri" pitchFamily="34" charset="0"/>
                          <a:ea typeface="Calibri" pitchFamily="34" charset="-122"/>
                          <a:cs typeface="Calibri" pitchFamily="34" charset="-120"/>
                          <a:sym typeface="Arial"/>
                        </a:rPr>
                        <a:t>URL</a:t>
                      </a: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C00000"/>
                    </a:solidFill>
                  </a:tcPr>
                </a:tc>
                <a:tc>
                  <a:txBody>
                    <a:bodyPr/>
                    <a:lstStyle/>
                    <a:p>
                      <a:pPr marL="0" indent="0" algn="ctr">
                        <a:buNone/>
                      </a:pPr>
                      <a:r>
                        <a:rPr lang="en-US" sz="2800" b="1" dirty="0">
                          <a:solidFill>
                            <a:schemeClr val="bg1"/>
                          </a:solidFill>
                          <a:latin typeface="Calibri" pitchFamily="34" charset="0"/>
                          <a:ea typeface="Calibri" pitchFamily="34" charset="-122"/>
                          <a:cs typeface="Calibri" pitchFamily="34" charset="-120"/>
                        </a:rPr>
                        <a:t>Features</a:t>
                      </a:r>
                      <a:endParaRPr lang="en-US" sz="2800" dirty="0">
                        <a:solidFill>
                          <a:schemeClr val="bg1"/>
                        </a:solidFill>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C00000"/>
                    </a:solidFill>
                  </a:tcPr>
                </a:tc>
                <a:tc>
                  <a:txBody>
                    <a:bodyPr/>
                    <a:lstStyle/>
                    <a:p>
                      <a:pPr marL="0" indent="0" algn="ctr">
                        <a:buNone/>
                      </a:pPr>
                      <a:r>
                        <a:rPr lang="en-US" sz="2800" b="1" dirty="0">
                          <a:solidFill>
                            <a:schemeClr val="bg1"/>
                          </a:solidFill>
                          <a:latin typeface="Calibri" pitchFamily="34" charset="0"/>
                          <a:ea typeface="Calibri" pitchFamily="34" charset="-122"/>
                          <a:cs typeface="Calibri" pitchFamily="34" charset="-120"/>
                        </a:rPr>
                        <a:t>Limitation</a:t>
                      </a:r>
                      <a:endParaRPr lang="en-US" sz="2800" dirty="0">
                        <a:solidFill>
                          <a:schemeClr val="bg1"/>
                        </a:solidFill>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C00000"/>
                    </a:solidFill>
                  </a:tcPr>
                </a:tc>
                <a:extLst>
                  <a:ext uri="{0D108BD9-81ED-4DB2-BD59-A6C34878D82A}">
                    <a16:rowId xmlns:a16="http://schemas.microsoft.com/office/drawing/2014/main" val="10000"/>
                  </a:ext>
                </a:extLst>
              </a:tr>
              <a:tr h="914400">
                <a:tc>
                  <a:txBody>
                    <a:bodyPr/>
                    <a:lstStyle/>
                    <a:p>
                      <a:pPr marL="0" indent="0" algn="l">
                        <a:buNone/>
                        <a:defRPr sz="1000" b="1" i="0">
                          <a:solidFill>
                            <a:srgbClr val="0F172A"/>
                          </a:solidFill>
                          <a:latin typeface="Calibri"/>
                        </a:defRPr>
                      </a:pPr>
                      <a:r>
                        <a:t>One Concern</a:t>
                      </a:r>
                      <a:endParaRPr lang="en-US" sz="1600" dirty="0">
                        <a:solidFill>
                          <a:srgbClr val="FF0000"/>
                        </a:solidFill>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l">
                        <a:buNone/>
                        <a:defRPr sz="900" b="0" i="0">
                          <a:solidFill>
                            <a:srgbClr val="2563EB"/>
                          </a:solidFill>
                          <a:latin typeface="Calibri"/>
                        </a:defRPr>
                      </a:pPr>
                      <a:r>
                        <a:t>oneconcern.com</a:t>
                      </a:r>
                      <a:endParaRPr lang="en-US" sz="1600" dirty="0">
                        <a:solidFill>
                          <a:srgbClr val="FF0000"/>
                        </a:solidFill>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wrap="square"/>
                    <a:lstStyle/>
                    <a:p>
                      <a:pPr marL="0" indent="0" algn="l">
                        <a:buNone/>
                        <a:defRPr sz="900" b="0" i="0">
                          <a:solidFill>
                            <a:srgbClr val="334155"/>
                          </a:solidFill>
                          <a:latin typeface="Calibri"/>
                        </a:defRPr>
                      </a:pPr>
                      <a:r>
                        <a:t>• Generates AI-driven digital twins of cities.</a:t>
                      </a:r>
                      <a:endParaRPr lang="en-US" sz="1600" dirty="0">
                        <a:solidFill>
                          <a:srgbClr val="FF0000"/>
                        </a:solidFill>
                        <a:latin typeface="Calibri" charset="0"/>
                        <a:ea typeface="Calibri" charset="0"/>
                        <a:cs typeface="Calibri" charset="0"/>
                      </a:endParaRPr>
                    </a:p>
                    <a:p>
                      <a:pPr algn="l">
                        <a:defRPr sz="900" b="0" i="0">
                          <a:solidFill>
                            <a:srgbClr val="334155"/>
                          </a:solidFill>
                          <a:latin typeface="Calibri"/>
                        </a:defRPr>
                      </a:pPr>
                      <a:r>
                        <a:t>• Predicts natural hazard impact &amp; infrastructure vulnerability.</a:t>
                      </a: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wrap="square"/>
                    <a:lstStyle/>
                    <a:p>
                      <a:pPr marL="0" indent="0" algn="l">
                        <a:buNone/>
                        <a:defRPr sz="900" b="0" i="0">
                          <a:solidFill>
                            <a:srgbClr val="B91C1C"/>
                          </a:solidFill>
                          <a:latin typeface="Calibri"/>
                        </a:defRPr>
                      </a:pPr>
                      <a:r>
                        <a:t>• Purely predictive risk modeling.</a:t>
                      </a:r>
                      <a:endParaRPr lang="en-US" sz="1600" dirty="0">
                        <a:solidFill>
                          <a:srgbClr val="FF0000"/>
                        </a:solidFill>
                        <a:latin typeface="Calibri" charset="0"/>
                        <a:ea typeface="Calibri" charset="0"/>
                        <a:cs typeface="Calibri" charset="0"/>
                      </a:endParaRPr>
                    </a:p>
                    <a:p>
                      <a:pPr algn="l">
                        <a:defRPr sz="900" b="0" i="0">
                          <a:solidFill>
                            <a:srgbClr val="B91C1C"/>
                          </a:solidFill>
                          <a:latin typeface="Calibri"/>
                        </a:defRPr>
                      </a:pPr>
                      <a:r>
                        <a:t>• Lacks generative camp layout synthesis for post-disaster recovery.</a:t>
                      </a: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14400">
                <a:tc>
                  <a:txBody>
                    <a:bodyPr/>
                    <a:lstStyle/>
                    <a:p>
                      <a:pPr marL="0" indent="0" algn="l">
                        <a:buNone/>
                        <a:defRPr sz="1000" b="1" i="0">
                          <a:solidFill>
                            <a:srgbClr val="0F172A"/>
                          </a:solidFill>
                          <a:latin typeface="Calibri"/>
                        </a:defRPr>
                      </a:pPr>
                      <a:r>
                        <a:t>HOT Tasking Manager</a:t>
                      </a:r>
                      <a:endParaRPr lang="en-US" sz="1600" dirty="0">
                        <a:solidFill>
                          <a:srgbClr val="FF0000"/>
                        </a:solidFill>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l">
                        <a:buNone/>
                        <a:defRPr sz="900" b="0" i="0">
                          <a:solidFill>
                            <a:srgbClr val="2563EB"/>
                          </a:solidFill>
                          <a:latin typeface="Calibri"/>
                        </a:defRPr>
                      </a:pPr>
                      <a:r>
                        <a:t>tasks.hotosm.org</a:t>
                      </a:r>
                      <a:endParaRPr lang="en-US" sz="1600" dirty="0">
                        <a:solidFill>
                          <a:srgbClr val="FF0000"/>
                        </a:solidFill>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wrap="square"/>
                    <a:lstStyle/>
                    <a:p>
                      <a:pPr marL="0" indent="0" algn="l">
                        <a:buNone/>
                        <a:defRPr sz="900" b="0" i="0">
                          <a:solidFill>
                            <a:srgbClr val="334155"/>
                          </a:solidFill>
                          <a:latin typeface="Calibri"/>
                        </a:defRPr>
                      </a:pPr>
                      <a:r>
                        <a:t>• Global crowdsourced mapping coordination.</a:t>
                      </a:r>
                      <a:endParaRPr lang="en-US" sz="1600" dirty="0">
                        <a:solidFill>
                          <a:srgbClr val="FF0000"/>
                        </a:solidFill>
                        <a:latin typeface="Calibri" charset="0"/>
                        <a:ea typeface="Calibri" charset="0"/>
                        <a:cs typeface="Calibri" charset="0"/>
                      </a:endParaRPr>
                    </a:p>
                    <a:p>
                      <a:pPr algn="l">
                        <a:defRPr sz="900" b="0" i="0">
                          <a:solidFill>
                            <a:srgbClr val="334155"/>
                          </a:solidFill>
                          <a:latin typeface="Calibri"/>
                        </a:defRPr>
                      </a:pPr>
                      <a:r>
                        <a:t>• Organizes remote volunteers to trace roads &amp; buildings.</a:t>
                      </a: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wrap="square"/>
                    <a:lstStyle/>
                    <a:p>
                      <a:pPr marL="0" indent="0" algn="l">
                        <a:buNone/>
                        <a:defRPr sz="900" b="0" i="0">
                          <a:solidFill>
                            <a:srgbClr val="B91C1C"/>
                          </a:solidFill>
                          <a:latin typeface="Calibri"/>
                        </a:defRPr>
                      </a:pPr>
                      <a:r>
                        <a:t>• Highly manual and slow (takes days/weeks).</a:t>
                      </a:r>
                      <a:endParaRPr lang="en-US" sz="1600" dirty="0">
                        <a:solidFill>
                          <a:srgbClr val="FF0000"/>
                        </a:solidFill>
                        <a:latin typeface="Calibri" charset="0"/>
                        <a:ea typeface="Calibri" charset="0"/>
                        <a:cs typeface="Calibri" charset="0"/>
                      </a:endParaRPr>
                    </a:p>
                    <a:p>
                      <a:pPr algn="l">
                        <a:defRPr sz="900" b="0" i="0">
                          <a:solidFill>
                            <a:srgbClr val="B91C1C"/>
                          </a:solidFill>
                          <a:latin typeface="Calibri"/>
                        </a:defRPr>
                      </a:pPr>
                      <a:r>
                        <a:t>• Relies on volunteer availability; no automated blueprint generation.</a:t>
                      </a: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914400">
                <a:tc>
                  <a:txBody>
                    <a:bodyPr/>
                    <a:lstStyle/>
                    <a:p>
                      <a:pPr marL="0" indent="0" algn="l">
                        <a:buNone/>
                        <a:defRPr sz="1000" b="1" i="0">
                          <a:solidFill>
                            <a:srgbClr val="0F172A"/>
                          </a:solidFill>
                          <a:latin typeface="Calibri"/>
                        </a:defRPr>
                      </a:pPr>
                      <a:r>
                        <a:t>UNHCR GIS Data Portal</a:t>
                      </a:r>
                      <a:endParaRPr lang="en-US" sz="1600" dirty="0">
                        <a:solidFill>
                          <a:srgbClr val="FF0000"/>
                        </a:solidFill>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l">
                        <a:buNone/>
                        <a:defRPr sz="900" b="0" i="0">
                          <a:solidFill>
                            <a:srgbClr val="2563EB"/>
                          </a:solidFill>
                          <a:latin typeface="Calibri"/>
                        </a:defRPr>
                      </a:pPr>
                      <a:r>
                        <a:t>data.unhcr.org</a:t>
                      </a:r>
                      <a:endParaRPr lang="en-US" sz="1600" dirty="0">
                        <a:solidFill>
                          <a:srgbClr val="FF0000"/>
                        </a:solidFill>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wrap="square"/>
                    <a:lstStyle/>
                    <a:p>
                      <a:pPr marL="0" indent="0" algn="l">
                        <a:buNone/>
                        <a:defRPr sz="900" b="0" i="0">
                          <a:solidFill>
                            <a:srgbClr val="334155"/>
                          </a:solidFill>
                          <a:latin typeface="Calibri"/>
                        </a:defRPr>
                      </a:pPr>
                      <a:r>
                        <a:t>• Centralized UN repository of established refugee camps.</a:t>
                      </a:r>
                      <a:endParaRPr lang="en-US" sz="1600" dirty="0">
                        <a:solidFill>
                          <a:srgbClr val="FF0000"/>
                        </a:solidFill>
                        <a:latin typeface="Calibri" charset="0"/>
                        <a:ea typeface="Calibri" charset="0"/>
                        <a:cs typeface="Calibri" charset="0"/>
                      </a:endParaRPr>
                    </a:p>
                    <a:p>
                      <a:pPr algn="l">
                        <a:defRPr sz="900" b="0" i="0">
                          <a:solidFill>
                            <a:srgbClr val="334155"/>
                          </a:solidFill>
                          <a:latin typeface="Calibri"/>
                        </a:defRPr>
                      </a:pPr>
                      <a:r>
                        <a:t>• Provides static demographic maps and PDF reports.</a:t>
                      </a: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wrap="square"/>
                    <a:lstStyle/>
                    <a:p>
                      <a:pPr marL="0" indent="0" algn="l">
                        <a:buNone/>
                        <a:defRPr sz="900" b="0" i="0">
                          <a:solidFill>
                            <a:srgbClr val="B91C1C"/>
                          </a:solidFill>
                          <a:latin typeface="Calibri"/>
                        </a:defRPr>
                      </a:pPr>
                      <a:r>
                        <a:t>• Purely static archival catalog.</a:t>
                      </a:r>
                      <a:endParaRPr lang="en-US" sz="1600" dirty="0">
                        <a:solidFill>
                          <a:srgbClr val="FF0000"/>
                        </a:solidFill>
                        <a:latin typeface="Calibri" charset="0"/>
                        <a:ea typeface="Calibri" charset="0"/>
                        <a:cs typeface="Calibri" charset="0"/>
                      </a:endParaRPr>
                    </a:p>
                    <a:p>
                      <a:pPr algn="l">
                        <a:defRPr sz="900" b="0" i="0">
                          <a:solidFill>
                            <a:srgbClr val="B91C1C"/>
                          </a:solidFill>
                          <a:latin typeface="Calibri"/>
                        </a:defRPr>
                      </a:pPr>
                      <a:r>
                        <a:t>• Cannot autonomously design or optimize layout plans for new crisis ground.</a:t>
                      </a: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4" name="Text 2"/>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FF0000"/>
                </a:solidFill>
                <a:latin typeface="Calibri" pitchFamily="34" charset="0"/>
                <a:ea typeface="Calibri" pitchFamily="34" charset="-122"/>
                <a:cs typeface="Calibri" pitchFamily="34" charset="-120"/>
              </a:rPr>
              <a:t>4</a:t>
            </a:r>
            <a:endParaRPr lang="en-US" sz="1000" dirty="0">
              <a:solidFill>
                <a:srgbClr val="FF0000"/>
              </a:solidFill>
            </a:endParaRPr>
          </a:p>
        </p:txBody>
      </p:sp>
      <p:sp>
        <p:nvSpPr>
          <p:cNvPr id="6" name="Text 3"/>
          <p:cNvSpPr/>
          <p:nvPr/>
        </p:nvSpPr>
        <p:spPr>
          <a:xfrm>
            <a:off x="457200" y="6446520"/>
            <a:ext cx="4572000" cy="274320"/>
          </a:xfrm>
          <a:prstGeom prst="rect">
            <a:avLst/>
          </a:prstGeom>
          <a:noFill/>
          <a:ln/>
        </p:spPr>
        <p:txBody>
          <a:bodyPr wrap="square" rtlCol="0" anchor="ctr"/>
          <a:lstStyle/>
          <a:p>
            <a:pPr marL="0" indent="0">
              <a:buNone/>
            </a:pPr>
            <a:endParaRPr lang="en-US" sz="900" dirty="0">
              <a:solidFill>
                <a:srgbClr val="FF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7315200" cy="502920"/>
          </a:xfrm>
          <a:prstGeom prst="rect">
            <a:avLst/>
          </a:prstGeom>
          <a:noFill/>
          <a:ln/>
        </p:spPr>
        <p:txBody>
          <a:bodyPr wrap="square" rtlCol="0" anchor="ctr"/>
          <a:lstStyle/>
          <a:p>
            <a:pPr marL="0" indent="0">
              <a:buNone/>
            </a:pPr>
            <a:r>
              <a:rPr lang="en-US" sz="3200" b="1" dirty="0">
                <a:solidFill>
                  <a:srgbClr val="FF0000"/>
                </a:solidFill>
                <a:latin typeface="Cambria" pitchFamily="34" charset="0"/>
                <a:ea typeface="Cambria" pitchFamily="34" charset="-122"/>
                <a:cs typeface="Cambria" pitchFamily="34" charset="-120"/>
              </a:rPr>
              <a:t>Abstract of Product:</a:t>
            </a:r>
            <a:endParaRPr lang="en-US" sz="3200" dirty="0">
              <a:solidFill>
                <a:srgbClr val="FF0000"/>
              </a:solidFill>
            </a:endParaRPr>
          </a:p>
        </p:txBody>
      </p:sp>
      <p:sp>
        <p:nvSpPr>
          <p:cNvPr id="4" name="Text 2"/>
          <p:cNvSpPr/>
          <p:nvPr/>
        </p:nvSpPr>
        <p:spPr>
          <a:xfrm>
            <a:off x="640080" y="914400"/>
            <a:ext cx="10881360" cy="1051560"/>
          </a:xfrm>
          <a:prstGeom prst="rect">
            <a:avLst/>
          </a:prstGeom>
          <a:noFill/>
          <a:ln/>
        </p:spPr>
        <p:txBody>
          <a:bodyPr wrap="square" rtlCol="0" anchor="ctr"/>
          <a:lstStyle/>
          <a:p>
            <a:pPr marL="0" indent="0" algn="l">
              <a:buNone/>
              <a:defRPr sz="1000" b="0" i="0">
                <a:solidFill>
                  <a:srgbClr val="334155"/>
                </a:solidFill>
                <a:latin typeface="Calibri"/>
              </a:defRPr>
            </a:pPr>
            <a:r>
              <a:t>ReliefPlan AI is an autonomous geospatial intelligence and settlement planning platform for humanitarian emergencies. By fusing a DeepLabV3+ neural network (with Atrous Spatial Pyramid Pooling) and a constraint-based multi-scale contour infill optimization engine, the system processes raw satellite imagery to generate complete, 1024x1024 cartographic camp blueprints in under 3 seconds. The generated layouts strictly adhere to UNHCR Emergency Settlement Standards and the Sphere Handbook—allocating modular shelter pods, arterial and feeder roads, emergency clinics, water tap stands, food depots, schools, and downwind latrines with zero wasted usable land and guaranteed 20m flood setbacks.</a:t>
            </a:r>
            <a:endParaRPr lang="en-US" sz="1800" dirty="0">
              <a:solidFill>
                <a:srgbClr val="FF0000"/>
              </a:solidFill>
            </a:endParaRPr>
          </a:p>
        </p:txBody>
      </p:sp>
      <p:sp>
        <p:nvSpPr>
          <p:cNvPr id="5" name="Text 3"/>
          <p:cNvSpPr/>
          <p:nvPr/>
        </p:nvSpPr>
        <p:spPr>
          <a:xfrm>
            <a:off x="457200" y="2194560"/>
            <a:ext cx="5486400" cy="411480"/>
          </a:xfrm>
          <a:prstGeom prst="rect">
            <a:avLst/>
          </a:prstGeom>
          <a:noFill/>
          <a:ln/>
        </p:spPr>
        <p:txBody>
          <a:bodyPr wrap="square" rtlCol="0" anchor="ctr"/>
          <a:lstStyle/>
          <a:p>
            <a:pPr marL="0" indent="0">
              <a:buNone/>
            </a:pPr>
            <a:r>
              <a:rPr lang="en-US" sz="2800" b="1" dirty="0">
                <a:solidFill>
                  <a:srgbClr val="FF0000"/>
                </a:solidFill>
                <a:latin typeface="Cambria" pitchFamily="34" charset="0"/>
                <a:ea typeface="Cambria" pitchFamily="34" charset="-122"/>
                <a:cs typeface="Cambria" pitchFamily="34" charset="-120"/>
              </a:rPr>
              <a:t>Novelty:</a:t>
            </a:r>
            <a:endParaRPr lang="en-US" sz="2800" dirty="0">
              <a:solidFill>
                <a:srgbClr val="FF0000"/>
              </a:solidFill>
            </a:endParaRPr>
          </a:p>
        </p:txBody>
      </p:sp>
      <p:sp>
        <p:nvSpPr>
          <p:cNvPr id="6" name="Shape 4"/>
          <p:cNvSpPr/>
          <p:nvPr/>
        </p:nvSpPr>
        <p:spPr>
          <a:xfrm>
            <a:off x="457200" y="2743200"/>
            <a:ext cx="2724912" cy="3703320"/>
          </a:xfrm>
          <a:prstGeom prst="rect">
            <a:avLst/>
          </a:prstGeom>
          <a:solidFill>
            <a:srgbClr val="F4F6FC"/>
          </a:solidFill>
          <a:ln/>
        </p:spPr>
        <p:txBody>
          <a:bodyPr/>
          <a:lstStyle/>
          <a:p>
            <a:endParaRPr lang="en-IN"/>
          </a:p>
        </p:txBody>
      </p:sp>
      <p:sp>
        <p:nvSpPr>
          <p:cNvPr id="8" name="Text 6"/>
          <p:cNvSpPr/>
          <p:nvPr/>
        </p:nvSpPr>
        <p:spPr>
          <a:xfrm>
            <a:off x="640080" y="2971800"/>
            <a:ext cx="457200" cy="457200"/>
          </a:xfrm>
          <a:prstGeom prst="rect">
            <a:avLst/>
          </a:prstGeom>
          <a:noFill/>
          <a:ln/>
        </p:spPr>
        <p:txBody>
          <a:bodyPr wrap="square" rtlCol="0" anchor="ctr"/>
          <a:lstStyle/>
          <a:p>
            <a:pPr marL="0" indent="0" algn="ctr">
              <a:buNone/>
            </a:pPr>
            <a:r>
              <a:rPr lang="en-US" sz="2400" b="1" dirty="0">
                <a:solidFill>
                  <a:srgbClr val="FF0000"/>
                </a:solidFill>
                <a:latin typeface="Calibri" pitchFamily="34" charset="0"/>
                <a:ea typeface="Calibri" pitchFamily="34" charset="-122"/>
                <a:cs typeface="Calibri" pitchFamily="34" charset="-120"/>
              </a:rPr>
              <a:t>1</a:t>
            </a:r>
            <a:endParaRPr lang="en-US" sz="2400" dirty="0">
              <a:solidFill>
                <a:srgbClr val="FF0000"/>
              </a:solidFill>
            </a:endParaRPr>
          </a:p>
        </p:txBody>
      </p:sp>
      <p:sp>
        <p:nvSpPr>
          <p:cNvPr id="9" name="Text 7"/>
          <p:cNvSpPr/>
          <p:nvPr/>
        </p:nvSpPr>
        <p:spPr>
          <a:xfrm>
            <a:off x="1234440" y="2971800"/>
            <a:ext cx="1810512" cy="457200"/>
          </a:xfrm>
          <a:prstGeom prst="rect">
            <a:avLst/>
          </a:prstGeom>
          <a:noFill/>
          <a:ln/>
        </p:spPr>
        <p:txBody>
          <a:bodyPr wrap="square" rtlCol="0" anchor="ctr"/>
          <a:lstStyle/>
          <a:p>
            <a:pPr marL="0" indent="0">
              <a:buNone/>
            </a:pPr>
            <a:r>
              <a:rPr lang="en-US" sz="1800" b="1" dirty="0">
                <a:solidFill>
                  <a:srgbClr val="FF0000"/>
                </a:solidFill>
                <a:latin typeface="Calibri" pitchFamily="34" charset="0"/>
                <a:ea typeface="Calibri" pitchFamily="34" charset="-122"/>
                <a:cs typeface="Calibri" pitchFamily="34" charset="-120"/>
              </a:rPr>
              <a:t>State of the Art</a:t>
            </a:r>
            <a:endParaRPr lang="en-US" sz="1800" dirty="0">
              <a:solidFill>
                <a:srgbClr val="FF0000"/>
              </a:solidFill>
            </a:endParaRPr>
          </a:p>
        </p:txBody>
      </p:sp>
      <p:sp>
        <p:nvSpPr>
          <p:cNvPr id="10" name="Text 8"/>
          <p:cNvSpPr/>
          <p:nvPr/>
        </p:nvSpPr>
        <p:spPr>
          <a:xfrm>
            <a:off x="640080" y="3611880"/>
            <a:ext cx="2359152" cy="2651760"/>
          </a:xfrm>
          <a:prstGeom prst="rect">
            <a:avLst/>
          </a:prstGeom>
          <a:noFill/>
          <a:ln/>
        </p:spPr>
        <p:txBody>
          <a:bodyPr wrap="square" rtlCol="0" anchor="ctr"/>
          <a:lstStyle/>
          <a:p>
            <a:pPr marL="0" indent="0" algn="l">
              <a:buNone/>
              <a:defRPr sz="880" b="0" i="0">
                <a:solidFill>
                  <a:srgbClr val="334155"/>
                </a:solidFill>
                <a:latin typeface="Calibri"/>
              </a:defRPr>
            </a:pPr>
            <a:r>
              <a:t>• DeepLabV3+ with ASPP (Atrous Spatial Pyramid Pooling) captures multi-scale geographical features simultaneously.</a:t>
            </a:r>
            <a:endParaRPr lang="en-US" sz="1600" dirty="0">
              <a:solidFill>
                <a:srgbClr val="FF0000"/>
              </a:solidFill>
            </a:endParaRPr>
          </a:p>
          <a:p>
            <a:pPr algn="l">
              <a:defRPr sz="880" b="0" i="0">
                <a:solidFill>
                  <a:srgbClr val="334155"/>
                </a:solidFill>
                <a:latin typeface="Calibri"/>
              </a:defRPr>
            </a:pPr>
            <a:r>
              <a:t>• Lightweight MobileNetV3 backbone: 3.9M parameters vs. 31M in U-Net (7.8x lighter &amp; 2.4x faster).</a:t>
            </a:r>
          </a:p>
          <a:p>
            <a:pPr algn="l">
              <a:defRPr sz="880" b="0" i="0">
                <a:solidFill>
                  <a:srgbClr val="334155"/>
                </a:solidFill>
                <a:latin typeface="Calibri"/>
              </a:defRPr>
            </a:pPr>
            <a:r>
              <a:t>• 45% mIoU on LoveDA benchmark with real-time 394ms inference on GPU.</a:t>
            </a:r>
          </a:p>
        </p:txBody>
      </p:sp>
      <p:sp>
        <p:nvSpPr>
          <p:cNvPr id="11" name="Shape 9"/>
          <p:cNvSpPr/>
          <p:nvPr/>
        </p:nvSpPr>
        <p:spPr>
          <a:xfrm>
            <a:off x="3319272" y="2743200"/>
            <a:ext cx="2724912" cy="3703320"/>
          </a:xfrm>
          <a:prstGeom prst="rect">
            <a:avLst/>
          </a:prstGeom>
          <a:solidFill>
            <a:srgbClr val="F4F6FC"/>
          </a:solidFill>
          <a:ln/>
        </p:spPr>
        <p:txBody>
          <a:bodyPr/>
          <a:lstStyle/>
          <a:p>
            <a:endParaRPr lang="en-IN"/>
          </a:p>
        </p:txBody>
      </p:sp>
      <p:sp>
        <p:nvSpPr>
          <p:cNvPr id="13" name="Text 11"/>
          <p:cNvSpPr/>
          <p:nvPr/>
        </p:nvSpPr>
        <p:spPr>
          <a:xfrm>
            <a:off x="3502152" y="2971800"/>
            <a:ext cx="457200" cy="457200"/>
          </a:xfrm>
          <a:prstGeom prst="rect">
            <a:avLst/>
          </a:prstGeom>
          <a:noFill/>
          <a:ln/>
        </p:spPr>
        <p:txBody>
          <a:bodyPr wrap="square" rtlCol="0" anchor="ctr"/>
          <a:lstStyle/>
          <a:p>
            <a:pPr marL="0" indent="0" algn="ctr">
              <a:buNone/>
            </a:pPr>
            <a:r>
              <a:rPr lang="en-US" sz="2400" b="1" dirty="0">
                <a:solidFill>
                  <a:srgbClr val="FF0000"/>
                </a:solidFill>
                <a:latin typeface="Calibri" pitchFamily="34" charset="0"/>
                <a:ea typeface="Calibri" pitchFamily="34" charset="-122"/>
                <a:cs typeface="Calibri" pitchFamily="34" charset="-120"/>
              </a:rPr>
              <a:t>2</a:t>
            </a:r>
            <a:endParaRPr lang="en-US" sz="2400" dirty="0">
              <a:solidFill>
                <a:srgbClr val="FF0000"/>
              </a:solidFill>
            </a:endParaRPr>
          </a:p>
        </p:txBody>
      </p:sp>
      <p:sp>
        <p:nvSpPr>
          <p:cNvPr id="14" name="Text 12"/>
          <p:cNvSpPr/>
          <p:nvPr/>
        </p:nvSpPr>
        <p:spPr>
          <a:xfrm>
            <a:off x="4096512" y="2971800"/>
            <a:ext cx="1810512" cy="457200"/>
          </a:xfrm>
          <a:prstGeom prst="rect">
            <a:avLst/>
          </a:prstGeom>
          <a:noFill/>
          <a:ln/>
        </p:spPr>
        <p:txBody>
          <a:bodyPr wrap="square" rtlCol="0" anchor="ctr"/>
          <a:lstStyle/>
          <a:p>
            <a:pPr marL="0" indent="0">
              <a:buNone/>
            </a:pPr>
            <a:r>
              <a:rPr lang="en-US" sz="1800" b="1" dirty="0">
                <a:solidFill>
                  <a:srgbClr val="FF0000"/>
                </a:solidFill>
                <a:latin typeface="Calibri" pitchFamily="34" charset="0"/>
                <a:ea typeface="Calibri" pitchFamily="34" charset="-122"/>
                <a:cs typeface="Calibri" pitchFamily="34" charset="-120"/>
              </a:rPr>
              <a:t>Product</a:t>
            </a:r>
            <a:endParaRPr lang="en-US" sz="1800" dirty="0">
              <a:solidFill>
                <a:srgbClr val="FF0000"/>
              </a:solidFill>
            </a:endParaRPr>
          </a:p>
        </p:txBody>
      </p:sp>
      <p:sp>
        <p:nvSpPr>
          <p:cNvPr id="15" name="Text 13"/>
          <p:cNvSpPr/>
          <p:nvPr/>
        </p:nvSpPr>
        <p:spPr>
          <a:xfrm>
            <a:off x="3502152" y="3611880"/>
            <a:ext cx="2359152" cy="2651760"/>
          </a:xfrm>
          <a:prstGeom prst="rect">
            <a:avLst/>
          </a:prstGeom>
          <a:noFill/>
          <a:ln/>
        </p:spPr>
        <p:txBody>
          <a:bodyPr wrap="square" rtlCol="0" anchor="ctr"/>
          <a:lstStyle/>
          <a:p>
            <a:pPr marL="0" indent="0" algn="l">
              <a:buNone/>
              <a:defRPr sz="880" b="0" i="0">
                <a:solidFill>
                  <a:srgbClr val="334155"/>
                </a:solidFill>
                <a:latin typeface="Calibri"/>
              </a:defRPr>
            </a:pPr>
            <a:r>
              <a:t>• ReliefPlan AI: Full-stack humanitarian command center UI.</a:t>
            </a:r>
            <a:endParaRPr lang="en-US" sz="1600" dirty="0">
              <a:solidFill>
                <a:srgbClr val="FF0000"/>
              </a:solidFill>
            </a:endParaRPr>
          </a:p>
          <a:p>
            <a:pPr algn="l">
              <a:defRPr sz="880" b="0" i="0">
                <a:solidFill>
                  <a:srgbClr val="334155"/>
                </a:solidFill>
                <a:latin typeface="Calibri"/>
              </a:defRPr>
            </a:pPr>
            <a:r>
              <a:t>• Interactive Before/After Split Comparison Slider over raw satellite terrain.</a:t>
            </a:r>
          </a:p>
          <a:p>
            <a:pPr algn="l">
              <a:defRPr sz="880" b="0" i="0">
                <a:solidFill>
                  <a:srgbClr val="334155"/>
                </a:solidFill>
                <a:latin typeface="Calibri"/>
              </a:defRPr>
            </a:pPr>
            <a:r>
              <a:t>• Real-time GPS meter coordinate tracker (1px ≈ 0.5m) and cartographic HUD.</a:t>
            </a:r>
          </a:p>
          <a:p>
            <a:pPr algn="l">
              <a:defRPr sz="880" b="0" i="0">
                <a:solidFill>
                  <a:srgbClr val="334155"/>
                </a:solidFill>
                <a:latin typeface="Calibri"/>
              </a:defRPr>
            </a:pPr>
            <a:r>
              <a:t>• Multi-format export: 1024x1024 PNG, GeoJSON for QGIS/CAD, and PDF briefs.</a:t>
            </a:r>
          </a:p>
        </p:txBody>
      </p:sp>
      <p:sp>
        <p:nvSpPr>
          <p:cNvPr id="16" name="Shape 14"/>
          <p:cNvSpPr/>
          <p:nvPr/>
        </p:nvSpPr>
        <p:spPr>
          <a:xfrm>
            <a:off x="6181344" y="2743200"/>
            <a:ext cx="2724912" cy="3703320"/>
          </a:xfrm>
          <a:prstGeom prst="rect">
            <a:avLst/>
          </a:prstGeom>
          <a:solidFill>
            <a:srgbClr val="F4F6FC"/>
          </a:solidFill>
          <a:ln/>
        </p:spPr>
        <p:txBody>
          <a:bodyPr/>
          <a:lstStyle/>
          <a:p>
            <a:endParaRPr lang="en-IN"/>
          </a:p>
        </p:txBody>
      </p:sp>
      <p:sp>
        <p:nvSpPr>
          <p:cNvPr id="18" name="Text 16"/>
          <p:cNvSpPr/>
          <p:nvPr/>
        </p:nvSpPr>
        <p:spPr>
          <a:xfrm>
            <a:off x="6364224" y="2971800"/>
            <a:ext cx="457200" cy="457200"/>
          </a:xfrm>
          <a:prstGeom prst="rect">
            <a:avLst/>
          </a:prstGeom>
          <a:noFill/>
          <a:ln/>
        </p:spPr>
        <p:txBody>
          <a:bodyPr wrap="square" rtlCol="0" anchor="ctr"/>
          <a:lstStyle/>
          <a:p>
            <a:pPr marL="0" indent="0" algn="ctr">
              <a:buNone/>
            </a:pPr>
            <a:r>
              <a:rPr lang="en-US" sz="2400" b="1" dirty="0">
                <a:solidFill>
                  <a:srgbClr val="FF0000"/>
                </a:solidFill>
                <a:latin typeface="Calibri" pitchFamily="34" charset="0"/>
                <a:ea typeface="Calibri" pitchFamily="34" charset="-122"/>
                <a:cs typeface="Calibri" pitchFamily="34" charset="-120"/>
              </a:rPr>
              <a:t>3</a:t>
            </a:r>
            <a:endParaRPr lang="en-US" sz="2400" dirty="0">
              <a:solidFill>
                <a:srgbClr val="FF0000"/>
              </a:solidFill>
            </a:endParaRPr>
          </a:p>
        </p:txBody>
      </p:sp>
      <p:sp>
        <p:nvSpPr>
          <p:cNvPr id="19" name="Text 17"/>
          <p:cNvSpPr/>
          <p:nvPr/>
        </p:nvSpPr>
        <p:spPr>
          <a:xfrm>
            <a:off x="6958584" y="2971800"/>
            <a:ext cx="1810512" cy="457200"/>
          </a:xfrm>
          <a:prstGeom prst="rect">
            <a:avLst/>
          </a:prstGeom>
          <a:noFill/>
          <a:ln/>
        </p:spPr>
        <p:txBody>
          <a:bodyPr wrap="square" rtlCol="0" anchor="ctr"/>
          <a:lstStyle/>
          <a:p>
            <a:pPr marL="0" indent="0">
              <a:buNone/>
            </a:pPr>
            <a:r>
              <a:rPr lang="en-US" sz="1800" b="1" dirty="0">
                <a:solidFill>
                  <a:srgbClr val="FF0000"/>
                </a:solidFill>
                <a:latin typeface="Calibri" pitchFamily="34" charset="0"/>
                <a:ea typeface="Calibri" pitchFamily="34" charset="-122"/>
                <a:cs typeface="Calibri" pitchFamily="34" charset="-120"/>
              </a:rPr>
              <a:t>Product Features</a:t>
            </a:r>
            <a:endParaRPr lang="en-US" sz="1800" dirty="0">
              <a:solidFill>
                <a:srgbClr val="FF0000"/>
              </a:solidFill>
            </a:endParaRPr>
          </a:p>
        </p:txBody>
      </p:sp>
      <p:sp>
        <p:nvSpPr>
          <p:cNvPr id="20" name="Text 18"/>
          <p:cNvSpPr/>
          <p:nvPr/>
        </p:nvSpPr>
        <p:spPr>
          <a:xfrm>
            <a:off x="6364224" y="3611880"/>
            <a:ext cx="2359152" cy="2651760"/>
          </a:xfrm>
          <a:prstGeom prst="rect">
            <a:avLst/>
          </a:prstGeom>
          <a:noFill/>
          <a:ln/>
        </p:spPr>
        <p:txBody>
          <a:bodyPr wrap="square" rtlCol="0" anchor="ctr"/>
          <a:lstStyle/>
          <a:p>
            <a:pPr marL="0" indent="0" algn="l">
              <a:buNone/>
              <a:defRPr sz="880" b="0" i="0">
                <a:solidFill>
                  <a:srgbClr val="334155"/>
                </a:solidFill>
                <a:latin typeface="Calibri"/>
              </a:defRPr>
            </a:pPr>
            <a:r>
              <a:t>• Multi-scale contour infill packing (14x14px primary + 7x7px adaptive infill) achieves 59.0% land utilization.</a:t>
            </a:r>
            <a:endParaRPr lang="en-US" sz="1600" dirty="0">
              <a:solidFill>
                <a:srgbClr val="FF0000"/>
              </a:solidFill>
            </a:endParaRPr>
          </a:p>
          <a:p>
            <a:pPr algn="l">
              <a:defRPr sz="880" b="0" i="0">
                <a:solidFill>
                  <a:srgbClr val="334155"/>
                </a:solidFill>
                <a:latin typeface="Calibri"/>
              </a:defRPr>
            </a:pPr>
            <a:r>
              <a:t>• Accommodates 3,990 persons per tile with an optimal 38.5m average walking distance.</a:t>
            </a:r>
          </a:p>
          <a:p>
            <a:pPr algn="l">
              <a:defRPr sz="880" b="0" i="0">
                <a:solidFill>
                  <a:srgbClr val="334155"/>
                </a:solidFill>
                <a:latin typeface="Calibri"/>
              </a:defRPr>
            </a:pPr>
            <a:r>
              <a:t>• Automated Sphere logistics engine: daily water (L/day), food (tons), health kits, and solar power.</a:t>
            </a:r>
          </a:p>
        </p:txBody>
      </p:sp>
      <p:sp>
        <p:nvSpPr>
          <p:cNvPr id="21" name="Shape 19"/>
          <p:cNvSpPr/>
          <p:nvPr/>
        </p:nvSpPr>
        <p:spPr>
          <a:xfrm>
            <a:off x="9043416" y="2743200"/>
            <a:ext cx="2724912" cy="3703320"/>
          </a:xfrm>
          <a:prstGeom prst="rect">
            <a:avLst/>
          </a:prstGeom>
          <a:solidFill>
            <a:srgbClr val="F4F6FC"/>
          </a:solidFill>
          <a:ln/>
        </p:spPr>
        <p:txBody>
          <a:bodyPr/>
          <a:lstStyle/>
          <a:p>
            <a:endParaRPr lang="en-IN"/>
          </a:p>
        </p:txBody>
      </p:sp>
      <p:sp>
        <p:nvSpPr>
          <p:cNvPr id="23" name="Text 21"/>
          <p:cNvSpPr/>
          <p:nvPr/>
        </p:nvSpPr>
        <p:spPr>
          <a:xfrm>
            <a:off x="9226296" y="2971800"/>
            <a:ext cx="457200" cy="457200"/>
          </a:xfrm>
          <a:prstGeom prst="rect">
            <a:avLst/>
          </a:prstGeom>
          <a:noFill/>
          <a:ln/>
        </p:spPr>
        <p:txBody>
          <a:bodyPr wrap="square" rtlCol="0" anchor="ctr"/>
          <a:lstStyle/>
          <a:p>
            <a:pPr marL="0" indent="0" algn="ctr">
              <a:buNone/>
            </a:pPr>
            <a:r>
              <a:rPr lang="en-US" sz="2400" b="1" dirty="0">
                <a:solidFill>
                  <a:srgbClr val="FF0000"/>
                </a:solidFill>
                <a:latin typeface="Calibri" pitchFamily="34" charset="0"/>
                <a:ea typeface="Calibri" pitchFamily="34" charset="-122"/>
                <a:cs typeface="Calibri" pitchFamily="34" charset="-120"/>
              </a:rPr>
              <a:t>4</a:t>
            </a:r>
            <a:endParaRPr lang="en-US" sz="2400" dirty="0">
              <a:solidFill>
                <a:srgbClr val="FF0000"/>
              </a:solidFill>
            </a:endParaRPr>
          </a:p>
        </p:txBody>
      </p:sp>
      <p:sp>
        <p:nvSpPr>
          <p:cNvPr id="24" name="Text 22"/>
          <p:cNvSpPr/>
          <p:nvPr/>
        </p:nvSpPr>
        <p:spPr>
          <a:xfrm>
            <a:off x="9820656" y="2971800"/>
            <a:ext cx="1810512" cy="457200"/>
          </a:xfrm>
          <a:prstGeom prst="rect">
            <a:avLst/>
          </a:prstGeom>
          <a:noFill/>
          <a:ln/>
        </p:spPr>
        <p:txBody>
          <a:bodyPr wrap="square" rtlCol="0" anchor="ctr"/>
          <a:lstStyle/>
          <a:p>
            <a:pPr marL="0" indent="0">
              <a:buNone/>
            </a:pPr>
            <a:r>
              <a:rPr lang="en-US" sz="1800" b="1" dirty="0">
                <a:solidFill>
                  <a:srgbClr val="FF0000"/>
                </a:solidFill>
                <a:latin typeface="Calibri" pitchFamily="34" charset="0"/>
                <a:ea typeface="Calibri" pitchFamily="34" charset="-122"/>
                <a:cs typeface="Calibri" pitchFamily="34" charset="-120"/>
              </a:rPr>
              <a:t>Research Gap Focused</a:t>
            </a:r>
            <a:endParaRPr lang="en-US" sz="1800" dirty="0">
              <a:solidFill>
                <a:srgbClr val="FF0000"/>
              </a:solidFill>
            </a:endParaRPr>
          </a:p>
        </p:txBody>
      </p:sp>
      <p:sp>
        <p:nvSpPr>
          <p:cNvPr id="25" name="Text 23"/>
          <p:cNvSpPr/>
          <p:nvPr/>
        </p:nvSpPr>
        <p:spPr>
          <a:xfrm>
            <a:off x="9226296" y="3611880"/>
            <a:ext cx="2359152" cy="2651760"/>
          </a:xfrm>
          <a:prstGeom prst="rect">
            <a:avLst/>
          </a:prstGeom>
          <a:noFill/>
          <a:ln/>
        </p:spPr>
        <p:txBody>
          <a:bodyPr wrap="square" rtlCol="0" anchor="ctr"/>
          <a:lstStyle/>
          <a:p>
            <a:pPr marL="0" indent="0" algn="l">
              <a:buNone/>
              <a:defRPr sz="880" b="0" i="0">
                <a:solidFill>
                  <a:srgbClr val="334155"/>
                </a:solidFill>
                <a:latin typeface="Calibri"/>
              </a:defRPr>
            </a:pPr>
            <a:r>
              <a:t>• Moves AI from passive observation (damage mapping) to active generative recovery planning.</a:t>
            </a:r>
            <a:endParaRPr lang="en-US" sz="1600" dirty="0">
              <a:solidFill>
                <a:srgbClr val="FF0000"/>
              </a:solidFill>
            </a:endParaRPr>
          </a:p>
          <a:p>
            <a:pPr algn="l">
              <a:defRPr sz="880" b="0" i="0">
                <a:solidFill>
                  <a:srgbClr val="334155"/>
                </a:solidFill>
                <a:latin typeface="Calibri"/>
              </a:defRPr>
            </a:pPr>
            <a:r>
              <a:t>• Mathematical translation of qualitative UNHCR/Sphere guidelines into executable spatial constraints.</a:t>
            </a:r>
          </a:p>
          <a:p>
            <a:pPr algn="l">
              <a:defRPr sz="880" b="0" i="0">
                <a:solidFill>
                  <a:srgbClr val="334155"/>
                </a:solidFill>
                <a:latin typeface="Calibri"/>
              </a:defRPr>
            </a:pPr>
            <a:r>
              <a:t>• Zero manual CAD drafting required during the critical 72-hour emergency window.</a:t>
            </a:r>
          </a:p>
        </p:txBody>
      </p:sp>
      <p:sp>
        <p:nvSpPr>
          <p:cNvPr id="26" name="Text 24"/>
          <p:cNvSpPr/>
          <p:nvPr/>
        </p:nvSpPr>
        <p:spPr>
          <a:xfrm>
            <a:off x="11548872" y="6446520"/>
            <a:ext cx="365760" cy="274320"/>
          </a:xfrm>
          <a:prstGeom prst="rect">
            <a:avLst/>
          </a:prstGeom>
          <a:noFill/>
          <a:ln/>
        </p:spPr>
        <p:txBody>
          <a:bodyPr wrap="square" rtlCol="0" anchor="ctr"/>
          <a:lstStyle/>
          <a:p>
            <a:pPr marL="0" indent="0" algn="r">
              <a:buNone/>
            </a:pPr>
            <a:r>
              <a:rPr lang="en-US" sz="1200" dirty="0">
                <a:solidFill>
                  <a:srgbClr val="FF0000"/>
                </a:solidFill>
                <a:latin typeface="Calibri" pitchFamily="34" charset="0"/>
                <a:ea typeface="Calibri" pitchFamily="34" charset="-122"/>
                <a:cs typeface="Calibri" pitchFamily="34" charset="-120"/>
              </a:rPr>
              <a:t>5</a:t>
            </a:r>
            <a:endParaRPr lang="en-US" sz="1200" dirty="0">
              <a:solidFill>
                <a:srgbClr val="FF0000"/>
              </a:solidFill>
            </a:endParaRPr>
          </a:p>
        </p:txBody>
      </p:sp>
      <p:sp>
        <p:nvSpPr>
          <p:cNvPr id="27" name="Text 25"/>
          <p:cNvSpPr/>
          <p:nvPr/>
        </p:nvSpPr>
        <p:spPr>
          <a:xfrm>
            <a:off x="457200" y="6446520"/>
            <a:ext cx="4572000" cy="274320"/>
          </a:xfrm>
          <a:prstGeom prst="rect">
            <a:avLst/>
          </a:prstGeom>
          <a:noFill/>
          <a:ln/>
        </p:spPr>
        <p:txBody>
          <a:bodyPr wrap="square" rtlCol="0" anchor="ctr"/>
          <a:lstStyle/>
          <a:p>
            <a:pPr marL="0" indent="0">
              <a:buNone/>
            </a:pPr>
            <a:endParaRPr lang="en-US" sz="1100" dirty="0">
              <a:solidFill>
                <a:srgbClr val="FF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02920"/>
          </a:xfrm>
          <a:prstGeom prst="rect">
            <a:avLst/>
          </a:prstGeom>
          <a:noFill/>
          <a:ln/>
        </p:spPr>
        <p:txBody>
          <a:bodyPr wrap="square" rtlCol="0" anchor="ctr"/>
          <a:lstStyle/>
          <a:p>
            <a:pPr marL="0" indent="0">
              <a:buNone/>
            </a:pPr>
            <a:r>
              <a:rPr lang="en-US" sz="2800" b="1" dirty="0">
                <a:solidFill>
                  <a:srgbClr val="FF0000"/>
                </a:solidFill>
                <a:latin typeface="Cambria" pitchFamily="34" charset="0"/>
                <a:ea typeface="Cambria" pitchFamily="34" charset="-122"/>
                <a:cs typeface="Cambria" pitchFamily="34" charset="-120"/>
              </a:rPr>
              <a:t>Member Contributions</a:t>
            </a:r>
            <a:endParaRPr lang="en-US" sz="2800" dirty="0">
              <a:solidFill>
                <a:srgbClr val="FF0000"/>
              </a:solidFill>
            </a:endParaRPr>
          </a:p>
        </p:txBody>
      </p:sp>
      <p:sp>
        <p:nvSpPr>
          <p:cNvPr id="3" name="Text 1"/>
          <p:cNvSpPr/>
          <p:nvPr/>
        </p:nvSpPr>
        <p:spPr>
          <a:xfrm>
            <a:off x="457200" y="896112"/>
            <a:ext cx="7315200" cy="320040"/>
          </a:xfrm>
          <a:prstGeom prst="rect">
            <a:avLst/>
          </a:prstGeom>
          <a:noFill/>
          <a:ln/>
        </p:spPr>
        <p:txBody>
          <a:bodyPr wrap="square" rtlCol="0" anchor="ctr"/>
          <a:lstStyle/>
          <a:p>
            <a:pPr marL="0" indent="0">
              <a:buNone/>
            </a:pPr>
            <a:r>
              <a:rPr lang="en-US" sz="1200" i="1" dirty="0">
                <a:solidFill>
                  <a:srgbClr val="FF0000"/>
                </a:solidFill>
                <a:latin typeface="Calibri" pitchFamily="34" charset="0"/>
                <a:ea typeface="Calibri" pitchFamily="34" charset="-122"/>
                <a:cs typeface="Calibri" pitchFamily="34" charset="-120"/>
              </a:rPr>
              <a:t>Technical contribution of each team member</a:t>
            </a:r>
            <a:endParaRPr lang="en-US" sz="1200" dirty="0">
              <a:solidFill>
                <a:srgbClr val="FF0000"/>
              </a:solidFill>
            </a:endParaRPr>
          </a:p>
        </p:txBody>
      </p:sp>
      <p:graphicFrame>
        <p:nvGraphicFramePr>
          <p:cNvPr id="7" name="Table 0"/>
          <p:cNvGraphicFramePr>
            <a:graphicFrameLocks noGrp="1"/>
          </p:cNvGraphicFramePr>
          <p:nvPr>
            <p:extLst>
              <p:ext uri="{D42A27DB-BD31-4B8C-83A1-F6EECF244321}">
                <p14:modId xmlns:p14="http://schemas.microsoft.com/office/powerpoint/2010/main" val="3825312776"/>
              </p:ext>
            </p:extLst>
          </p:nvPr>
        </p:nvGraphicFramePr>
        <p:xfrm>
          <a:off x="457200" y="1206454"/>
          <a:ext cx="11274552" cy="3108960"/>
        </p:xfrm>
        <a:graphic>
          <a:graphicData uri="http://schemas.openxmlformats.org/drawingml/2006/table">
            <a:tbl>
              <a:tblPr/>
              <a:tblGrid>
                <a:gridCol w="3657600">
                  <a:extLst>
                    <a:ext uri="{9D8B030D-6E8A-4147-A177-3AD203B41FA5}">
                      <a16:colId xmlns:a16="http://schemas.microsoft.com/office/drawing/2014/main" val="20000"/>
                    </a:ext>
                  </a:extLst>
                </a:gridCol>
                <a:gridCol w="7616952">
                  <a:extLst>
                    <a:ext uri="{9D8B030D-6E8A-4147-A177-3AD203B41FA5}">
                      <a16:colId xmlns:a16="http://schemas.microsoft.com/office/drawing/2014/main" val="20001"/>
                    </a:ext>
                  </a:extLst>
                </a:gridCol>
              </a:tblGrid>
              <a:tr h="777240">
                <a:tc>
                  <a:txBody>
                    <a:bodyPr/>
                    <a:lstStyle/>
                    <a:p>
                      <a:pPr marL="0" indent="0" algn="ctr">
                        <a:buNone/>
                      </a:pPr>
                      <a:r>
                        <a:rPr lang="en-US" sz="1600" b="1" dirty="0">
                          <a:solidFill>
                            <a:schemeClr val="bg1"/>
                          </a:solidFill>
                          <a:latin typeface="Calibri" pitchFamily="34" charset="0"/>
                          <a:ea typeface="Calibri" pitchFamily="34" charset="-122"/>
                          <a:cs typeface="Calibri" pitchFamily="34" charset="-120"/>
                        </a:rPr>
                        <a:t>Member Name</a:t>
                      </a:r>
                      <a:endParaRPr lang="en-US" sz="1600" dirty="0">
                        <a:solidFill>
                          <a:schemeClr val="bg1"/>
                        </a:solidFill>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C00000"/>
                    </a:solidFill>
                  </a:tcPr>
                </a:tc>
                <a:tc>
                  <a:txBody>
                    <a:bodyPr/>
                    <a:lstStyle/>
                    <a:p>
                      <a:pPr marL="0" indent="0" algn="ctr">
                        <a:buNone/>
                      </a:pPr>
                      <a:r>
                        <a:rPr lang="en-US" sz="1600" b="1" dirty="0">
                          <a:solidFill>
                            <a:schemeClr val="bg1"/>
                          </a:solidFill>
                          <a:latin typeface="Calibri" pitchFamily="34" charset="0"/>
                          <a:ea typeface="Calibri" pitchFamily="34" charset="-122"/>
                          <a:cs typeface="Calibri" pitchFamily="34" charset="-120"/>
                        </a:rPr>
                        <a:t>Contribution (Technical)</a:t>
                      </a:r>
                      <a:endParaRPr lang="en-US" sz="1600" dirty="0">
                        <a:solidFill>
                          <a:schemeClr val="bg1"/>
                        </a:solidFill>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C00000"/>
                    </a:solidFill>
                  </a:tcPr>
                </a:tc>
                <a:extLst>
                  <a:ext uri="{0D108BD9-81ED-4DB2-BD59-A6C34878D82A}">
                    <a16:rowId xmlns:a16="http://schemas.microsoft.com/office/drawing/2014/main" val="10000"/>
                  </a:ext>
                </a:extLst>
              </a:tr>
              <a:tr h="777240">
                <a:tc>
                  <a:txBody>
                    <a:bodyPr/>
                    <a:lstStyle/>
                    <a:p>
                      <a:pPr marL="0" indent="0" algn="l">
                        <a:buNone/>
                        <a:defRPr sz="1050" b="1" i="0">
                          <a:solidFill>
                            <a:srgbClr val="0F172A"/>
                          </a:solidFill>
                          <a:latin typeface="Calibri"/>
                        </a:defRPr>
                      </a:pPr>
                      <a:r>
                        <a:t>Paarthu Reddy</a:t>
                      </a:r>
                      <a:br/>
                      <a:r>
                        <a:t>(Team Lead)</a:t>
                      </a:r>
                      <a:endParaRPr lang="en-US" sz="1600" dirty="0">
                        <a:solidFill>
                          <a:srgbClr val="FF0000"/>
                        </a:solidFill>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wrap="square"/>
                    <a:lstStyle/>
                    <a:p>
                      <a:pPr marL="0" indent="0" algn="l">
                        <a:buNone/>
                        <a:defRPr sz="900" b="0" i="0">
                          <a:solidFill>
                            <a:srgbClr val="334155"/>
                          </a:solidFill>
                          <a:latin typeface="Calibri"/>
                        </a:defRPr>
                      </a:pPr>
                      <a:r>
                        <a:t>• Designed end-to-end system architecture and pipeline integration.</a:t>
                      </a:r>
                      <a:endParaRPr lang="en-US" sz="1600" dirty="0">
                        <a:solidFill>
                          <a:srgbClr val="FF0000"/>
                        </a:solidFill>
                        <a:latin typeface="Calibri" charset="0"/>
                        <a:ea typeface="Calibri" charset="0"/>
                        <a:cs typeface="Calibri" charset="0"/>
                      </a:endParaRPr>
                    </a:p>
                    <a:p>
                      <a:pPr algn="l">
                        <a:defRPr sz="900" b="0" i="0">
                          <a:solidFill>
                            <a:srgbClr val="334155"/>
                          </a:solidFill>
                          <a:latin typeface="Calibri"/>
                        </a:defRPr>
                      </a:pPr>
                      <a:r>
                        <a:t>• Implemented DeepLabV3+ with ASPP in PyTorch and trained on the LoveDA remote sensing dataset.</a:t>
                      </a:r>
                    </a:p>
                    <a:p>
                      <a:pPr algn="l">
                        <a:defRPr sz="900" b="0" i="0">
                          <a:solidFill>
                            <a:srgbClr val="334155"/>
                          </a:solidFill>
                          <a:latin typeface="Calibri"/>
                        </a:defRPr>
                      </a:pPr>
                      <a:r>
                        <a:t>• Developed multi-scale contour infill spatial optimization algorithm and 20m hydrological flood buffer.</a:t>
                      </a:r>
                    </a:p>
                    <a:p>
                      <a:pPr algn="l">
                        <a:defRPr sz="900" b="0" i="0">
                          <a:solidFill>
                            <a:srgbClr val="334155"/>
                          </a:solidFill>
                          <a:latin typeface="Calibri"/>
                        </a:defRPr>
                      </a:pPr>
                      <a:r>
                        <a:t>• Engineered 1024x1024 HD GIS renderer with custom SVG-style humanitarian badges and clean HUD.</a:t>
                      </a:r>
                    </a:p>
                    <a:p>
                      <a:pPr algn="l">
                        <a:defRPr sz="900" b="0" i="0">
                          <a:solidFill>
                            <a:srgbClr val="334155"/>
                          </a:solidFill>
                          <a:latin typeface="Calibri"/>
                        </a:defRPr>
                      </a:pPr>
                      <a:r>
                        <a:t>• Built full-stack FastAPI backend and interactive React operations dashboard with split slider and Sphere logistics engine.</a:t>
                      </a: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lgn="l">
                        <a:buNone/>
                        <a:defRPr sz="1050" b="1" i="0">
                          <a:solidFill>
                            <a:srgbClr val="0F172A"/>
                          </a:solidFill>
                          <a:latin typeface="Calibri"/>
                        </a:defRPr>
                      </a:pPr>
                      <a:r>
                        <a:t>Team Member 2</a:t>
                      </a:r>
                      <a:endParaRPr lang="en-US" sz="1600" dirty="0">
                        <a:solidFill>
                          <a:srgbClr val="FF0000"/>
                        </a:solidFill>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wrap="square"/>
                    <a:lstStyle/>
                    <a:p>
                      <a:pPr marL="0" indent="0" algn="l">
                        <a:buNone/>
                        <a:defRPr sz="900" b="0" i="0">
                          <a:solidFill>
                            <a:srgbClr val="334155"/>
                          </a:solidFill>
                          <a:latin typeface="Calibri"/>
                        </a:defRPr>
                      </a:pPr>
                      <a:r>
                        <a:t>• Curated LoveDA remote sensing dataset and implemented sliding-window tiling (256x256) pipeline.</a:t>
                      </a:r>
                      <a:endParaRPr lang="en-US" sz="1600" dirty="0">
                        <a:solidFill>
                          <a:srgbClr val="FF0000"/>
                        </a:solidFill>
                        <a:latin typeface="Calibri" charset="0"/>
                        <a:ea typeface="Calibri" charset="0"/>
                        <a:cs typeface="Calibri" charset="0"/>
                      </a:endParaRPr>
                    </a:p>
                    <a:p>
                      <a:pPr algn="l">
                        <a:defRPr sz="900" b="0" i="0">
                          <a:solidFill>
                            <a:srgbClr val="334155"/>
                          </a:solidFill>
                          <a:latin typeface="Calibri"/>
                        </a:defRPr>
                      </a:pPr>
                      <a:r>
                        <a:t>• Evaluated class imbalance and formulated weighted cross-entropy loss weights.</a:t>
                      </a:r>
                    </a:p>
                    <a:p>
                      <a:pPr algn="l">
                        <a:defRPr sz="900" b="0" i="0">
                          <a:solidFill>
                            <a:srgbClr val="334155"/>
                          </a:solidFill>
                          <a:latin typeface="Calibri"/>
                        </a:defRPr>
                      </a:pPr>
                      <a:r>
                        <a:t>• Built and trained baseline U-Net architecture for comparative ablation benchmarking.</a:t>
                      </a:r>
                    </a:p>
                    <a:p>
                      <a:pPr algn="l">
                        <a:defRPr sz="900" b="0" i="0">
                          <a:solidFill>
                            <a:srgbClr val="334155"/>
                          </a:solidFill>
                          <a:latin typeface="Calibri"/>
                        </a:defRPr>
                      </a:pPr>
                      <a:r>
                        <a:t>• Implemented sensor noise injection and synthetic perturbation experiments.</a:t>
                      </a: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7240">
                <a:tc>
                  <a:txBody>
                    <a:bodyPr/>
                    <a:lstStyle/>
                    <a:p>
                      <a:pPr marL="0" indent="0" algn="l">
                        <a:buNone/>
                        <a:defRPr sz="1050" b="1" i="0">
                          <a:solidFill>
                            <a:srgbClr val="0F172A"/>
                          </a:solidFill>
                          <a:latin typeface="Calibri"/>
                        </a:defRPr>
                      </a:pPr>
                      <a:r>
                        <a:t>Team Member 3</a:t>
                      </a:r>
                      <a:endParaRPr lang="en-US" sz="1600" dirty="0">
                        <a:solidFill>
                          <a:srgbClr val="FF0000"/>
                        </a:solidFill>
                        <a:latin typeface="Calibri" charset="0"/>
                        <a:ea typeface="Calibri" charset="0"/>
                        <a:cs typeface="Calibri" charset="0"/>
                      </a:endParaRP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wrap="square"/>
                    <a:lstStyle/>
                    <a:p>
                      <a:pPr marL="0" indent="0" algn="l">
                        <a:buNone/>
                        <a:defRPr sz="900" b="0" i="0">
                          <a:solidFill>
                            <a:srgbClr val="334155"/>
                          </a:solidFill>
                          <a:latin typeface="Calibri"/>
                        </a:defRPr>
                      </a:pPr>
                      <a:r>
                        <a:t>• Formalized UNHCR Emergency Settlement Standards and Sphere Handbook spatial constraints.</a:t>
                      </a:r>
                      <a:endParaRPr lang="en-US" sz="1600" dirty="0">
                        <a:solidFill>
                          <a:srgbClr val="FF0000"/>
                        </a:solidFill>
                        <a:latin typeface="Calibri" charset="0"/>
                        <a:ea typeface="Calibri" charset="0"/>
                        <a:cs typeface="Calibri" charset="0"/>
                      </a:endParaRPr>
                    </a:p>
                    <a:p>
                      <a:pPr algn="l">
                        <a:defRPr sz="900" b="0" i="0">
                          <a:solidFill>
                            <a:srgbClr val="334155"/>
                          </a:solidFill>
                          <a:latin typeface="Calibri"/>
                        </a:defRPr>
                      </a:pPr>
                      <a:r>
                        <a:t>• Developed automated evaluation metrics: mIoU, Dice score, land utilization %, and walking distance index.</a:t>
                      </a:r>
                    </a:p>
                    <a:p>
                      <a:pPr algn="l">
                        <a:defRPr sz="900" b="0" i="0">
                          <a:solidFill>
                            <a:srgbClr val="334155"/>
                          </a:solidFill>
                          <a:latin typeface="Calibri"/>
                        </a:defRPr>
                      </a:pPr>
                      <a:r>
                        <a:t>• Conducted stress-testing across diverse satellite terrains (open land, river basins, farmland).</a:t>
                      </a:r>
                    </a:p>
                    <a:p>
                      <a:pPr algn="l">
                        <a:defRPr sz="900" b="0" i="0">
                          <a:solidFill>
                            <a:srgbClr val="334155"/>
                          </a:solidFill>
                          <a:latin typeface="Calibri"/>
                        </a:defRPr>
                      </a:pPr>
                      <a:r>
                        <a:t>• Prepared technical project reports, documentation, and review presentation materials.</a:t>
                      </a:r>
                    </a:p>
                  </a:txBody>
                  <a:tcPr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Text 2"/>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5A5A6B"/>
                </a:solidFill>
                <a:latin typeface="Calibri" pitchFamily="34" charset="0"/>
                <a:ea typeface="Calibri" pitchFamily="34" charset="-122"/>
                <a:cs typeface="Calibri" pitchFamily="34" charset="-120"/>
              </a:rPr>
              <a:t>6</a:t>
            </a:r>
            <a:endParaRPr lang="en-US" sz="1000" dirty="0"/>
          </a:p>
        </p:txBody>
      </p:sp>
      <p:sp>
        <p:nvSpPr>
          <p:cNvPr id="6" name="Text 3"/>
          <p:cNvSpPr/>
          <p:nvPr/>
        </p:nvSpPr>
        <p:spPr>
          <a:xfrm>
            <a:off x="457200" y="6446520"/>
            <a:ext cx="4572000" cy="274320"/>
          </a:xfrm>
          <a:prstGeom prst="rect">
            <a:avLst/>
          </a:prstGeom>
          <a:noFill/>
          <a:ln/>
        </p:spPr>
        <p:txBody>
          <a:bodyPr wrap="square" rtlCol="0" anchor="ctr"/>
          <a:lstStyle/>
          <a:p>
            <a:pPr marL="0" indent="0">
              <a:buNone/>
            </a:pP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B029D62-4C62-A749-15CA-9F5DD337DE2A}"/>
              </a:ext>
            </a:extLst>
          </p:cNvPr>
          <p:cNvSpPr txBox="1"/>
          <p:nvPr/>
        </p:nvSpPr>
        <p:spPr>
          <a:xfrm>
            <a:off x="371902" y="221425"/>
            <a:ext cx="6093724" cy="307777"/>
          </a:xfrm>
          <a:prstGeom prst="rect">
            <a:avLst/>
          </a:prstGeom>
          <a:noFill/>
        </p:spPr>
        <p:txBody>
          <a:bodyPr wrap="square">
            <a:spAutoFit/>
          </a:bodyPr>
          <a:lstStyle/>
          <a:p>
            <a:pPr>
              <a:defRPr sz="2000" b="1">
                <a:solidFill>
                  <a:srgbClr val="0F172A"/>
                </a:solidFill>
              </a:defRPr>
            </a:pPr>
            <a:r>
              <a:t>Denoising &amp; Spatial Robustness Approach</a:t>
            </a:r>
          </a:p>
        </p:txBody>
      </p:sp>
      <p:sp>
        <p:nvSpPr>
          <p:cNvPr id="5" name="TextBox 4">
            <a:extLst>
              <a:ext uri="{FF2B5EF4-FFF2-40B4-BE49-F238E27FC236}">
                <a16:creationId xmlns:a16="http://schemas.microsoft.com/office/drawing/2014/main" id="{BDF6BEE4-313D-0380-303B-32E07AFEE721}"/>
              </a:ext>
            </a:extLst>
          </p:cNvPr>
          <p:cNvSpPr txBox="1"/>
          <p:nvPr/>
        </p:nvSpPr>
        <p:spPr>
          <a:xfrm>
            <a:off x="1054290" y="529202"/>
            <a:ext cx="6093724" cy="307777"/>
          </a:xfrm>
          <a:prstGeom prst="rect">
            <a:avLst/>
          </a:prstGeom>
          <a:noFill/>
        </p:spPr>
        <p:txBody>
          <a:bodyPr wrap="square">
            <a:spAutoFit/>
          </a:bodyPr>
          <a:lstStyle/>
          <a:p>
            <a:pPr>
              <a:defRPr sz="1100" i="1">
                <a:solidFill>
                  <a:srgbClr val="475569"/>
                </a:solidFill>
              </a:defRPr>
            </a:pPr>
            <a:r>
              <a:t>Remote Sensing Noise Modeling, Synthetic Perturbation &amp; Morphological Filtering Pipeline</a:t>
            </a:r>
          </a:p>
        </p:txBody>
      </p:sp>
      <p:pic>
        <p:nvPicPr>
          <p:cNvPr id="6" name="Picture 5" descr="denoising_pipeline.png"/>
          <p:cNvPicPr>
            <a:picLocks noChangeAspect="1"/>
          </p:cNvPicPr>
          <p:nvPr/>
        </p:nvPicPr>
        <p:blipFill>
          <a:blip r:embed="rId2"/>
          <a:stretch>
            <a:fillRect/>
          </a:stretch>
        </p:blipFill>
        <p:spPr>
          <a:xfrm>
            <a:off x="731520" y="1097280"/>
            <a:ext cx="10241280" cy="4937760"/>
          </a:xfrm>
          <a:prstGeom prst="rect">
            <a:avLst/>
          </a:prstGeom>
        </p:spPr>
      </p:pic>
    </p:spTree>
    <p:extLst>
      <p:ext uri="{BB962C8B-B14F-4D97-AF65-F5344CB8AC3E}">
        <p14:creationId xmlns:p14="http://schemas.microsoft.com/office/powerpoint/2010/main" val="2368903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90922A-A26C-AF6C-DF9E-AC0742BA3D66}"/>
              </a:ext>
            </a:extLst>
          </p:cNvPr>
          <p:cNvSpPr txBox="1"/>
          <p:nvPr/>
        </p:nvSpPr>
        <p:spPr>
          <a:xfrm>
            <a:off x="467436" y="316960"/>
            <a:ext cx="6093724" cy="307777"/>
          </a:xfrm>
          <a:prstGeom prst="rect">
            <a:avLst/>
          </a:prstGeom>
          <a:noFill/>
        </p:spPr>
        <p:txBody>
          <a:bodyPr wrap="square">
            <a:spAutoFit/>
          </a:bodyPr>
          <a:lstStyle/>
          <a:p>
            <a:pPr>
              <a:defRPr sz="2000" b="1">
                <a:solidFill>
                  <a:srgbClr val="0F172A"/>
                </a:solidFill>
              </a:defRPr>
            </a:pPr>
            <a:r>
              <a:t>Deep Learning Model: DeepLabV3+ with ASPP</a:t>
            </a:r>
          </a:p>
        </p:txBody>
      </p:sp>
      <p:sp>
        <p:nvSpPr>
          <p:cNvPr id="5" name="TextBox 4">
            <a:extLst>
              <a:ext uri="{FF2B5EF4-FFF2-40B4-BE49-F238E27FC236}">
                <a16:creationId xmlns:a16="http://schemas.microsoft.com/office/drawing/2014/main" id="{5AF5D41F-8313-7F52-9214-591B66B38CE7}"/>
              </a:ext>
            </a:extLst>
          </p:cNvPr>
          <p:cNvSpPr txBox="1"/>
          <p:nvPr/>
        </p:nvSpPr>
        <p:spPr>
          <a:xfrm>
            <a:off x="1190767" y="658368"/>
            <a:ext cx="6093724" cy="365760"/>
          </a:xfrm>
          <a:prstGeom prst="rect">
            <a:avLst/>
          </a:prstGeom>
          <a:noFill/>
        </p:spPr>
        <p:txBody>
          <a:bodyPr wrap="square">
            <a:spAutoFit/>
          </a:bodyPr>
          <a:lstStyle/>
          <a:p>
            <a:pPr>
              <a:defRPr sz="1050" i="1">
                <a:solidFill>
                  <a:srgbClr val="475569"/>
                </a:solidFill>
              </a:defRPr>
            </a:pPr>
            <a:r>
              <a:t>Atrous Spatial Pyramid Pooling (ASPP) &amp; MobileNetV3-Large Encoder for Denoising &amp; Multi-Scale Segmentation</a:t>
            </a:r>
          </a:p>
        </p:txBody>
      </p:sp>
      <p:sp>
        <p:nvSpPr>
          <p:cNvPr id="6" name="TextBox 5"/>
          <p:cNvSpPr txBox="1"/>
          <p:nvPr/>
        </p:nvSpPr>
        <p:spPr>
          <a:xfrm>
            <a:off x="548640" y="1170432"/>
            <a:ext cx="5303520" cy="4754880"/>
          </a:xfrm>
          <a:prstGeom prst="rect">
            <a:avLst/>
          </a:prstGeom>
          <a:noFill/>
        </p:spPr>
        <p:txBody>
          <a:bodyPr wrap="square">
            <a:spAutoFit/>
          </a:bodyPr>
          <a:lstStyle/>
          <a:p>
            <a:pPr algn="l">
              <a:defRPr sz="1100" b="1" i="0">
                <a:solidFill>
                  <a:srgbClr val="0F172A"/>
                </a:solidFill>
                <a:latin typeface="Calibri"/>
              </a:defRPr>
            </a:pPr>
            <a:r>
              <a:t>1. Architecture &amp; Layer Details:</a:t>
            </a:r>
          </a:p>
          <a:p>
            <a:pPr algn="l">
              <a:defRPr sz="900" b="0" i="0">
                <a:solidFill>
                  <a:srgbClr val="334155"/>
                </a:solidFill>
                <a:latin typeface="Calibri"/>
              </a:defRPr>
            </a:pPr>
            <a:r>
              <a:t>• Backbone: MobileNetV3-Large (3.9M params) — lightweight for field edge deployment.</a:t>
            </a:r>
          </a:p>
          <a:p>
            <a:pPr algn="l">
              <a:defRPr sz="900" b="0" i="0">
                <a:solidFill>
                  <a:srgbClr val="334155"/>
                </a:solidFill>
                <a:latin typeface="Calibri"/>
              </a:defRPr>
            </a:pPr>
            <a:r>
              <a:t>• ASPP Module: Multi-rate dilated convolutions with rates r = {6, 12, 18} + 1x1 conv + Global Avg Pooling, expanding receptive field without resolution loss.</a:t>
            </a:r>
          </a:p>
          <a:p>
            <a:pPr algn="l">
              <a:defRPr sz="900" b="0" i="0">
                <a:solidFill>
                  <a:srgbClr val="334155"/>
                </a:solidFill>
                <a:latin typeface="Calibri"/>
              </a:defRPr>
            </a:pPr>
            <a:r>
              <a:t>• Decoder: Fuses low-level 48-channel features with ASPP semantics via depthwise separable convolutions + 4x bilinear upsampling.</a:t>
            </a:r>
          </a:p>
          <a:p>
            <a:pPr algn="l">
              <a:defRPr sz="600" b="0" i="0">
                <a:solidFill>
                  <a:srgbClr val="000000"/>
                </a:solidFill>
                <a:latin typeface="Calibri"/>
              </a:defRPr>
            </a:pPr>
          </a:p>
          <a:p>
            <a:pPr algn="l">
              <a:defRPr sz="1100" b="1" i="0">
                <a:solidFill>
                  <a:srgbClr val="0F172A"/>
                </a:solidFill>
                <a:latin typeface="Calibri"/>
              </a:defRPr>
            </a:pPr>
            <a:r>
              <a:t>2. Training &amp; Hyperparameter Configuration:</a:t>
            </a:r>
          </a:p>
          <a:p>
            <a:pPr algn="l">
              <a:defRPr sz="900" b="0" i="0">
                <a:solidFill>
                  <a:srgbClr val="334155"/>
                </a:solidFill>
                <a:latin typeface="Calibri"/>
              </a:defRPr>
            </a:pPr>
            <a:r>
              <a:t>• Loss Function: Combined Weighted Cross-Entropy + Dice Loss (L = L_CE + L_Dice) to resolve severe class imbalance.</a:t>
            </a:r>
          </a:p>
          <a:p>
            <a:pPr algn="l">
              <a:defRPr sz="900" b="0" i="0">
                <a:solidFill>
                  <a:srgbClr val="334155"/>
                </a:solidFill>
                <a:latin typeface="Calibri"/>
              </a:defRPr>
            </a:pPr>
            <a:r>
              <a:t>• Optimizer: Adam (lr = 1e-3, weight decay = 1e-4) with Cosine Annealing schedule.</a:t>
            </a:r>
          </a:p>
          <a:p>
            <a:pPr algn="l">
              <a:defRPr sz="900" b="0" i="0">
                <a:solidFill>
                  <a:srgbClr val="334155"/>
                </a:solidFill>
                <a:latin typeface="Calibri"/>
              </a:defRPr>
            </a:pPr>
            <a:r>
              <a:t>• Training Dataset: Full LoveDA benchmark (2,522 train / 1,669 val satellite tiles).</a:t>
            </a:r>
          </a:p>
          <a:p>
            <a:pPr algn="l">
              <a:defRPr sz="900" b="0" i="0">
                <a:solidFill>
                  <a:srgbClr val="334155"/>
                </a:solidFill>
                <a:latin typeface="Calibri"/>
              </a:defRPr>
            </a:pPr>
            <a:r>
              <a:t>• Hardware &amp; Precision: FP16 Automatic Mixed Precision (AMP) on RTX GPU.</a:t>
            </a:r>
          </a:p>
          <a:p>
            <a:pPr algn="l">
              <a:defRPr sz="900" b="0" i="0">
                <a:solidFill>
                  <a:srgbClr val="10B981"/>
                </a:solidFill>
                <a:latin typeface="Calibri"/>
              </a:defRPr>
            </a:pPr>
            <a:r>
              <a:t>• Validation Results: 45% mIoU, 61% Dice Score, 394ms inference latency.</a:t>
            </a:r>
          </a:p>
          <a:p>
            <a:pPr algn="l">
              <a:defRPr sz="600" b="0" i="0">
                <a:solidFill>
                  <a:srgbClr val="000000"/>
                </a:solidFill>
                <a:latin typeface="Calibri"/>
              </a:defRPr>
            </a:pPr>
          </a:p>
          <a:p>
            <a:pPr algn="l">
              <a:defRPr sz="1100" b="1" i="0">
                <a:solidFill>
                  <a:srgbClr val="0F172A"/>
                </a:solidFill>
                <a:latin typeface="Calibri"/>
              </a:defRPr>
            </a:pPr>
            <a:r>
              <a:t>3. Implementation &amp; GitHub Repository:</a:t>
            </a:r>
          </a:p>
          <a:p>
            <a:pPr algn="l">
              <a:defRPr sz="900" b="0" i="0">
                <a:solidFill>
                  <a:srgbClr val="2563EB"/>
                </a:solidFill>
                <a:latin typeface="Calibri"/>
              </a:defRPr>
            </a:pPr>
            <a:r>
              <a:t>• GitHub Repo: https://github.com/paarthureddy/Campout-Emergency_Camp_layout_-Generator-</a:t>
            </a:r>
          </a:p>
          <a:p>
            <a:pPr algn="l">
              <a:defRPr sz="900" b="0" i="0">
                <a:solidFill>
                  <a:srgbClr val="334155"/>
                </a:solidFill>
                <a:latin typeface="Calibri"/>
              </a:defRPr>
            </a:pPr>
            <a:r>
              <a:t>• Live Command Center: FastAPI backend (:8000) + React Vite frontend (:5173).</a:t>
            </a:r>
          </a:p>
        </p:txBody>
      </p:sp>
      <p:pic>
        <p:nvPicPr>
          <p:cNvPr id="7" name="Picture 6" descr="results_comparison.png"/>
          <p:cNvPicPr>
            <a:picLocks noChangeAspect="1"/>
          </p:cNvPicPr>
          <p:nvPr/>
        </p:nvPicPr>
        <p:blipFill>
          <a:blip r:embed="rId2"/>
          <a:stretch>
            <a:fillRect/>
          </a:stretch>
        </p:blipFill>
        <p:spPr>
          <a:xfrm>
            <a:off x="6035040" y="1097280"/>
            <a:ext cx="4937760" cy="4754880"/>
          </a:xfrm>
          <a:prstGeom prst="rect">
            <a:avLst/>
          </a:prstGeom>
        </p:spPr>
      </p:pic>
    </p:spTree>
    <p:extLst>
      <p:ext uri="{BB962C8B-B14F-4D97-AF65-F5344CB8AC3E}">
        <p14:creationId xmlns:p14="http://schemas.microsoft.com/office/powerpoint/2010/main" val="2926178938"/>
      </p:ext>
    </p:extLst>
  </p:cSld>
  <p:clrMapOvr>
    <a:masterClrMapping/>
  </p:clrMapOvr>
</p:sld>
</file>

<file path=ppt/theme/theme1.xml><?xml version="1.0" encoding="utf-8"?>
<a:theme xmlns:a="http://schemas.openxmlformats.org/drawingml/2006/main" name="Theme1">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1" id="{D2EC4925-13C0-4F9C-9EC6-BA379B2903BA}" vid="{D05CAAF7-8C12-42B7-AE16-5E8F348BAE34}"/>
    </a:ext>
  </a:extLst>
</a:theme>
</file>

<file path=ppt/theme/theme2.xml><?xml version="1.0" encoding="utf-8"?>
<a:theme xmlns:a="http://schemas.openxmlformats.org/drawingml/2006/main" name="Presentation slides">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Presentation Cover pag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Presentation Cover pag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1_Presentation slides">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Theme1</Template>
  <TotalTime>33</TotalTime>
  <Words>195</Words>
  <Application>Microsoft Office PowerPoint</Application>
  <PresentationFormat>Widescreen</PresentationFormat>
  <Paragraphs>54</Paragraphs>
  <Slides>7</Slides>
  <Notes>5</Notes>
  <HiddenSlides>0</HiddenSlides>
  <MMClips>0</MMClips>
  <ScaleCrop>false</ScaleCrop>
  <HeadingPairs>
    <vt:vector size="6" baseType="variant">
      <vt:variant>
        <vt:lpstr>Fonts Used</vt:lpstr>
      </vt:variant>
      <vt:variant>
        <vt:i4>6</vt:i4>
      </vt:variant>
      <vt:variant>
        <vt:lpstr>Theme</vt:lpstr>
      </vt:variant>
      <vt:variant>
        <vt:i4>5</vt:i4>
      </vt:variant>
      <vt:variant>
        <vt:lpstr>Slide Titles</vt:lpstr>
      </vt:variant>
      <vt:variant>
        <vt:i4>7</vt:i4>
      </vt:variant>
    </vt:vector>
  </HeadingPairs>
  <TitlesOfParts>
    <vt:vector size="18" baseType="lpstr">
      <vt:lpstr>Arial</vt:lpstr>
      <vt:lpstr>Avenir</vt:lpstr>
      <vt:lpstr>Calibri</vt:lpstr>
      <vt:lpstr>Cambria</vt:lpstr>
      <vt:lpstr>Garamond</vt:lpstr>
      <vt:lpstr>Poppins</vt:lpstr>
      <vt:lpstr>Theme1</vt:lpstr>
      <vt:lpstr>Presentation slides</vt:lpstr>
      <vt:lpstr>Presentation Cover page</vt:lpstr>
      <vt:lpstr>1_Presentation Cover page</vt:lpstr>
      <vt:lpstr>1_Presentation slides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Bagyammal T (CSE)</cp:lastModifiedBy>
  <cp:revision>9</cp:revision>
  <dcterms:created xsi:type="dcterms:W3CDTF">2026-08-20T08:53:47Z</dcterms:created>
  <dcterms:modified xsi:type="dcterms:W3CDTF">2026-09-09T09:32:59Z</dcterms:modified>
</cp:coreProperties>
</file>