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13"/>
  </p:notes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59352" y="128557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Product / Project Name ]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3809"/>
            <a:ext cx="10588752" cy="19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                                                                                               Category: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Product / Software / 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3086" y="2276127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3086" y="2471897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Bagyammal T, Professor, CSE Department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49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43137"/>
              </p:ext>
            </p:extLst>
          </p:nvPr>
        </p:nvGraphicFramePr>
        <p:xfrm>
          <a:off x="640080" y="3274708"/>
          <a:ext cx="11274552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Name ]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   GitHub Repository: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[URL]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605492"/>
            <a:ext cx="9940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prepared for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Project / Hackathon / Industry Demo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If course specify the course code-Name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Statement: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888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Objective: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46221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Sub-Objectives:</a:t>
            </a:r>
          </a:p>
        </p:txBody>
      </p:sp>
      <p:sp>
        <p:nvSpPr>
          <p:cNvPr id="11" name="Text 9"/>
          <p:cNvSpPr/>
          <p:nvPr/>
        </p:nvSpPr>
        <p:spPr>
          <a:xfrm>
            <a:off x="18288000" y="37490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89320" y="4800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Architecture diagram:</a:t>
            </a:r>
          </a:p>
        </p:txBody>
      </p:sp>
      <p:sp>
        <p:nvSpPr>
          <p:cNvPr id="15" name="Text 13"/>
          <p:cNvSpPr/>
          <p:nvPr/>
        </p:nvSpPr>
        <p:spPr>
          <a:xfrm>
            <a:off x="61950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666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382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8912" y="36118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Train DeepLabV3+ with ASPP on the LoveDA dataset to accurately map 7 terrain classes.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Formulate a 20m morphological hydrological safety buffer around water bodies.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Engineer a multi-scale contour infill optimizer (14x14px + 7x7px) to eliminate dead space.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Build an interactive GIS Command Center UI with split-view slider &amp; Sphere logistics manifest.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95237"/>
              </p:ext>
            </p:extLst>
          </p:nvPr>
        </p:nvGraphicFramePr>
        <p:xfrm>
          <a:off x="263236" y="1417320"/>
          <a:ext cx="11285635" cy="3688080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81401370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 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Arial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2776"/>
              </p:ext>
            </p:extLst>
          </p:nvPr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Name 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Describe specific technical contribution]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029D62-4C62-A749-15CA-9F5DD337DE2A}"/>
              </a:ext>
            </a:extLst>
          </p:cNvPr>
          <p:cNvSpPr txBox="1"/>
          <p:nvPr/>
        </p:nvSpPr>
        <p:spPr>
          <a:xfrm>
            <a:off x="371902" y="221425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Denosing</a:t>
            </a:r>
            <a:r>
              <a:rPr lang="en-IN" dirty="0"/>
              <a:t>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6BEE4-313D-0380-303B-32E07AFEE721}"/>
              </a:ext>
            </a:extLst>
          </p:cNvPr>
          <p:cNvSpPr txBox="1"/>
          <p:nvPr/>
        </p:nvSpPr>
        <p:spPr>
          <a:xfrm>
            <a:off x="1054290" y="529202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-explain how the noise is added to the dataset</a:t>
            </a:r>
          </a:p>
        </p:txBody>
      </p:sp>
    </p:spTree>
    <p:extLst>
      <p:ext uri="{BB962C8B-B14F-4D97-AF65-F5344CB8AC3E}">
        <p14:creationId xmlns:p14="http://schemas.microsoft.com/office/powerpoint/2010/main" val="23689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0922A-A26C-AF6C-DF9E-AC0742BA3D66}"/>
              </a:ext>
            </a:extLst>
          </p:cNvPr>
          <p:cNvSpPr txBox="1"/>
          <p:nvPr/>
        </p:nvSpPr>
        <p:spPr>
          <a:xfrm>
            <a:off x="467436" y="316960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Deep learning Models for Denoising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5D41F-8313-7F52-9214-591B66B38CE7}"/>
              </a:ext>
            </a:extLst>
          </p:cNvPr>
          <p:cNvSpPr txBox="1"/>
          <p:nvPr/>
        </p:nvSpPr>
        <p:spPr>
          <a:xfrm>
            <a:off x="1190767" y="932569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Identify one deep learning model for the application and add the </a:t>
            </a: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 err="1"/>
              <a:t>url</a:t>
            </a:r>
            <a:r>
              <a:rPr lang="en-IN" dirty="0"/>
              <a:t> for the code and architecture details</a:t>
            </a:r>
          </a:p>
        </p:txBody>
      </p:sp>
    </p:spTree>
    <p:extLst>
      <p:ext uri="{BB962C8B-B14F-4D97-AF65-F5344CB8AC3E}">
        <p14:creationId xmlns:p14="http://schemas.microsoft.com/office/powerpoint/2010/main" val="292617893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33</TotalTime>
  <Words>195</Words>
  <Application>Microsoft Office PowerPoint</Application>
  <PresentationFormat>Widescreen</PresentationFormat>
  <Paragraphs>54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Bagyammal T (CSE)</cp:lastModifiedBy>
  <cp:revision>9</cp:revision>
  <dcterms:created xsi:type="dcterms:W3CDTF">2026-08-20T08:53:47Z</dcterms:created>
  <dcterms:modified xsi:type="dcterms:W3CDTF">2026-09-09T09:32:59Z</dcterms:modified>
</cp:coreProperties>
</file>